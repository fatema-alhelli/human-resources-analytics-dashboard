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18"/>
  </p:notesMasterIdLst>
  <p:sldIdLst>
    <p:sldId id="256" r:id="rId2"/>
    <p:sldId id="258" r:id="rId3"/>
    <p:sldId id="259" r:id="rId4"/>
    <p:sldId id="301" r:id="rId5"/>
    <p:sldId id="296" r:id="rId6"/>
    <p:sldId id="302" r:id="rId7"/>
    <p:sldId id="297" r:id="rId8"/>
    <p:sldId id="304" r:id="rId9"/>
    <p:sldId id="298" r:id="rId10"/>
    <p:sldId id="305" r:id="rId11"/>
    <p:sldId id="309" r:id="rId12"/>
    <p:sldId id="308" r:id="rId13"/>
    <p:sldId id="307" r:id="rId14"/>
    <p:sldId id="300" r:id="rId15"/>
    <p:sldId id="272" r:id="rId16"/>
    <p:sldId id="303" r:id="rId17"/>
  </p:sldIdLst>
  <p:sldSz cx="9144000" cy="5143500" type="screen16x9"/>
  <p:notesSz cx="6858000" cy="9144000"/>
  <p:embeddedFontLst>
    <p:embeddedFont>
      <p:font typeface="Epilogue" panose="020B0604020202020204" charset="0"/>
      <p:regular r:id="rId19"/>
      <p:bold r:id="rId20"/>
      <p:italic r:id="rId21"/>
      <p:boldItalic r:id="rId22"/>
    </p:embeddedFont>
    <p:embeddedFont>
      <p:font typeface="Epilogue SemiBold" panose="020B0604020202020204" charset="0"/>
      <p:regular r:id="rId23"/>
      <p:bold r:id="rId24"/>
      <p:italic r:id="rId25"/>
      <p:boldItalic r:id="rId26"/>
    </p:embeddedFont>
    <p:embeddedFont>
      <p:font typeface="Geologica" panose="020B0604020202020204" charset="0"/>
      <p:regular r:id="rId27"/>
      <p:bold r:id="rId28"/>
    </p:embeddedFont>
    <p:embeddedFont>
      <p:font typeface="Gill Sans MT Condensed" panose="020B0506020104020203" pitchFamily="34" charset="0"/>
      <p:regular r:id="rId29"/>
    </p:embeddedFont>
    <p:embeddedFont>
      <p:font typeface="Sitka Subheading" pitchFamily="2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240">
          <p15:clr>
            <a:srgbClr val="747775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A79A"/>
    <a:srgbClr val="981312"/>
    <a:srgbClr val="F4705A"/>
    <a:srgbClr val="FCDBD5"/>
    <a:srgbClr val="ECDDD7"/>
    <a:srgbClr val="F8F2ED"/>
    <a:srgbClr val="7A00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0363F30-D58F-417C-A735-6A59647788D1}">
  <a:tblStyle styleId="{80363F30-D58F-417C-A735-6A59647788D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CAA9B01-51BA-42DF-9643-40EB9B4010A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1311" autoAdjust="0"/>
  </p:normalViewPr>
  <p:slideViewPr>
    <p:cSldViewPr snapToGrid="0">
      <p:cViewPr>
        <p:scale>
          <a:sx n="72" d="100"/>
          <a:sy n="72" d="100"/>
        </p:scale>
        <p:origin x="1472" y="56"/>
      </p:cViewPr>
      <p:guideLst>
        <p:guide orient="horz" pos="324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21" Type="http://schemas.openxmlformats.org/officeDocument/2006/relationships/font" Target="fonts/font3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5a5f0e469c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5a5f0e469c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5a5f0e469c_0_3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5a5f0e469c_0_3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5a5f0e469c_0_3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5a5f0e469c_0_3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5a5f0e469c_0_3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5a5f0e469c_0_3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520953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5a5f0e469c_0_3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5a5f0e469c_0_3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86299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5a5f0e469c_0_3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5a5f0e469c_0_3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35962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5a5f0e469c_0_3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5a5f0e469c_0_3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25348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5a5f0e469c_0_3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5a5f0e469c_0_3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1006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25a9d9ae4a5_1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25a9d9ae4a5_1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5a5f0e469c_0_3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5a5f0e469c_0_3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77288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2067575" y="2159300"/>
            <a:ext cx="6361200" cy="24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067575" y="535000"/>
            <a:ext cx="6037200" cy="40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715100" y="3588500"/>
            <a:ext cx="4963800" cy="10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7134775" y="3588500"/>
            <a:ext cx="1294200" cy="10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5500" u="sng"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3744700" y="535000"/>
            <a:ext cx="4360200" cy="40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3856800" cy="1095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Epilogue SemiBold"/>
              <a:buNone/>
              <a:defRPr sz="3000">
                <a:latin typeface="Epilogue SemiBold"/>
                <a:ea typeface="Epilogue SemiBold"/>
                <a:cs typeface="Epilogue SemiBold"/>
                <a:sym typeface="Epilogue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Epilogue SemiBold"/>
              <a:buNone/>
              <a:defRPr sz="30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Epilogue SemiBold"/>
              <a:buNone/>
              <a:defRPr sz="30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Epilogue SemiBold"/>
              <a:buNone/>
              <a:defRPr sz="30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Epilogue SemiBold"/>
              <a:buNone/>
              <a:defRPr sz="30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Epilogue SemiBold"/>
              <a:buNone/>
              <a:defRPr sz="30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Epilogue SemiBold"/>
              <a:buNone/>
              <a:defRPr sz="30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Epilogue SemiBold"/>
              <a:buNone/>
              <a:defRPr sz="30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Epilogue SemiBold"/>
              <a:buNone/>
              <a:defRPr sz="30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715100" y="1858900"/>
            <a:ext cx="3856800" cy="2448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Geologica"/>
              <a:buChar char="●"/>
              <a:defRPr sz="1200">
                <a:solidFill>
                  <a:schemeClr val="accent6"/>
                </a:solidFill>
                <a:latin typeface="Geologica"/>
                <a:ea typeface="Geologica"/>
                <a:cs typeface="Geologica"/>
                <a:sym typeface="Geologica"/>
              </a:defRPr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Geologica"/>
              <a:buChar char="○"/>
              <a:defRPr sz="1200">
                <a:solidFill>
                  <a:schemeClr val="accent6"/>
                </a:solidFill>
                <a:latin typeface="Geologica"/>
                <a:ea typeface="Geologica"/>
                <a:cs typeface="Geologica"/>
                <a:sym typeface="Geologica"/>
              </a:defRPr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Geologica"/>
              <a:buChar char="■"/>
              <a:defRPr sz="1200">
                <a:solidFill>
                  <a:schemeClr val="accent6"/>
                </a:solidFill>
                <a:latin typeface="Geologica"/>
                <a:ea typeface="Geologica"/>
                <a:cs typeface="Geologica"/>
                <a:sym typeface="Geologica"/>
              </a:defRPr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Geologica"/>
              <a:buChar char="●"/>
              <a:defRPr sz="1200">
                <a:solidFill>
                  <a:schemeClr val="accent6"/>
                </a:solidFill>
                <a:latin typeface="Geologica"/>
                <a:ea typeface="Geologica"/>
                <a:cs typeface="Geologica"/>
                <a:sym typeface="Geologica"/>
              </a:defRPr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Geologica"/>
              <a:buChar char="○"/>
              <a:defRPr sz="1200">
                <a:solidFill>
                  <a:schemeClr val="accent6"/>
                </a:solidFill>
                <a:latin typeface="Geologica"/>
                <a:ea typeface="Geologica"/>
                <a:cs typeface="Geologica"/>
                <a:sym typeface="Geologica"/>
              </a:defRPr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Geologica"/>
              <a:buChar char="■"/>
              <a:defRPr sz="1200">
                <a:solidFill>
                  <a:schemeClr val="accent6"/>
                </a:solidFill>
                <a:latin typeface="Geologica"/>
                <a:ea typeface="Geologica"/>
                <a:cs typeface="Geologica"/>
                <a:sym typeface="Geologica"/>
              </a:defRPr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Geologica"/>
              <a:buChar char="●"/>
              <a:defRPr sz="1200">
                <a:solidFill>
                  <a:schemeClr val="accent6"/>
                </a:solidFill>
                <a:latin typeface="Geologica"/>
                <a:ea typeface="Geologica"/>
                <a:cs typeface="Geologica"/>
                <a:sym typeface="Geologica"/>
              </a:defRPr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Geologica"/>
              <a:buChar char="○"/>
              <a:defRPr sz="1200">
                <a:solidFill>
                  <a:schemeClr val="accent6"/>
                </a:solidFill>
                <a:latin typeface="Geologica"/>
                <a:ea typeface="Geologica"/>
                <a:cs typeface="Geologica"/>
                <a:sym typeface="Geologica"/>
              </a:defRPr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Geologica"/>
              <a:buChar char="■"/>
              <a:defRPr sz="1200">
                <a:solidFill>
                  <a:schemeClr val="accent6"/>
                </a:solidFill>
                <a:latin typeface="Geologica"/>
                <a:ea typeface="Geologica"/>
                <a:cs typeface="Geologica"/>
                <a:sym typeface="Geologica"/>
              </a:defRPr>
            </a:lvl9pPr>
          </a:lstStyle>
          <a:p>
            <a:endParaRPr/>
          </a:p>
        </p:txBody>
      </p:sp>
      <p:sp>
        <p:nvSpPr>
          <p:cNvPr id="18" name="Google Shape;18;p4"/>
          <p:cNvSpPr>
            <a:spLocks noGrp="1"/>
          </p:cNvSpPr>
          <p:nvPr>
            <p:ph type="pic" idx="2"/>
          </p:nvPr>
        </p:nvSpPr>
        <p:spPr>
          <a:xfrm>
            <a:off x="5715000" y="150"/>
            <a:ext cx="3429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Aft>
                <a:spcPts val="0"/>
              </a:spcAft>
              <a:buNone/>
              <a:defRPr/>
            </a:lvl1pPr>
            <a:lvl2pPr lvl="1" rtl="0">
              <a:spcAft>
                <a:spcPts val="0"/>
              </a:spcAft>
              <a:buNone/>
              <a:defRPr/>
            </a:lvl2pPr>
            <a:lvl3pPr lvl="2" rtl="0">
              <a:spcAft>
                <a:spcPts val="0"/>
              </a:spcAft>
              <a:buNone/>
              <a:defRPr/>
            </a:lvl3pPr>
            <a:lvl4pPr lvl="3" rtl="0">
              <a:spcAft>
                <a:spcPts val="0"/>
              </a:spcAft>
              <a:buNone/>
              <a:defRPr/>
            </a:lvl4pPr>
            <a:lvl5pPr lvl="4" rtl="0">
              <a:spcAft>
                <a:spcPts val="0"/>
              </a:spcAft>
              <a:buNone/>
              <a:defRPr/>
            </a:lvl5pPr>
            <a:lvl6pPr lvl="5" rtl="0">
              <a:spcAft>
                <a:spcPts val="0"/>
              </a:spcAft>
              <a:buNone/>
              <a:defRPr/>
            </a:lvl6pPr>
            <a:lvl7pPr lvl="6" rtl="0">
              <a:spcAft>
                <a:spcPts val="0"/>
              </a:spcAft>
              <a:buNone/>
              <a:defRPr/>
            </a:lvl7pPr>
            <a:lvl8pPr lvl="7" rtl="0">
              <a:spcAft>
                <a:spcPts val="0"/>
              </a:spcAft>
              <a:buNone/>
              <a:defRPr/>
            </a:lvl8pPr>
            <a:lvl9pPr lvl="8" rtl="0">
              <a:spcAft>
                <a:spcPts val="0"/>
              </a:spcAft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3322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Aft>
                <a:spcPts val="0"/>
              </a:spcAft>
              <a:buNone/>
              <a:defRPr/>
            </a:lvl1pPr>
            <a:lvl2pPr lvl="1" rtl="0">
              <a:spcAft>
                <a:spcPts val="0"/>
              </a:spcAft>
              <a:buNone/>
              <a:defRPr/>
            </a:lvl2pPr>
            <a:lvl3pPr lvl="2" rtl="0">
              <a:spcAft>
                <a:spcPts val="0"/>
              </a:spcAft>
              <a:buNone/>
              <a:defRPr/>
            </a:lvl3pPr>
            <a:lvl4pPr lvl="3" rtl="0">
              <a:spcAft>
                <a:spcPts val="0"/>
              </a:spcAft>
              <a:buNone/>
              <a:defRPr/>
            </a:lvl4pPr>
            <a:lvl5pPr lvl="4" rtl="0">
              <a:spcAft>
                <a:spcPts val="0"/>
              </a:spcAft>
              <a:buNone/>
              <a:defRPr/>
            </a:lvl5pPr>
            <a:lvl6pPr lvl="5" rtl="0">
              <a:spcAft>
                <a:spcPts val="0"/>
              </a:spcAft>
              <a:buNone/>
              <a:defRPr/>
            </a:lvl6pPr>
            <a:lvl7pPr lvl="6" rtl="0">
              <a:spcAft>
                <a:spcPts val="0"/>
              </a:spcAft>
              <a:buNone/>
              <a:defRPr/>
            </a:lvl7pPr>
            <a:lvl8pPr lvl="7" rtl="0">
              <a:spcAft>
                <a:spcPts val="0"/>
              </a:spcAft>
              <a:buNone/>
              <a:defRPr/>
            </a:lvl8pPr>
            <a:lvl9pPr lvl="8" rtl="0">
              <a:spcAft>
                <a:spcPts val="0"/>
              </a:spcAft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Aft>
                <a:spcPts val="0"/>
              </a:spcAft>
              <a:buNone/>
              <a:defRPr/>
            </a:lvl1pPr>
            <a:lvl2pPr lvl="1" rtl="0">
              <a:spcAft>
                <a:spcPts val="0"/>
              </a:spcAft>
              <a:buNone/>
              <a:defRPr/>
            </a:lvl2pPr>
            <a:lvl3pPr lvl="2" rtl="0">
              <a:spcAft>
                <a:spcPts val="0"/>
              </a:spcAft>
              <a:buNone/>
              <a:defRPr/>
            </a:lvl3pPr>
            <a:lvl4pPr lvl="3" rtl="0">
              <a:spcAft>
                <a:spcPts val="0"/>
              </a:spcAft>
              <a:buNone/>
              <a:defRPr/>
            </a:lvl4pPr>
            <a:lvl5pPr lvl="4" rtl="0">
              <a:spcAft>
                <a:spcPts val="0"/>
              </a:spcAft>
              <a:buNone/>
              <a:defRPr/>
            </a:lvl5pPr>
            <a:lvl6pPr lvl="5" rtl="0">
              <a:spcAft>
                <a:spcPts val="0"/>
              </a:spcAft>
              <a:buNone/>
              <a:defRPr/>
            </a:lvl6pPr>
            <a:lvl7pPr lvl="6" rtl="0">
              <a:spcAft>
                <a:spcPts val="0"/>
              </a:spcAft>
              <a:buNone/>
              <a:defRPr/>
            </a:lvl7pPr>
            <a:lvl8pPr lvl="7" rtl="0">
              <a:spcAft>
                <a:spcPts val="0"/>
              </a:spcAft>
              <a:buNone/>
              <a:defRPr/>
            </a:lvl8pPr>
            <a:lvl9pPr lvl="8" rtl="0">
              <a:spcAft>
                <a:spcPts val="0"/>
              </a:spcAft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title"/>
          </p:nvPr>
        </p:nvSpPr>
        <p:spPr>
          <a:xfrm>
            <a:off x="720000" y="367423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subTitle" idx="1"/>
          </p:nvPr>
        </p:nvSpPr>
        <p:spPr>
          <a:xfrm>
            <a:off x="2241550" y="1348750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Aft>
                <a:spcPts val="0"/>
              </a:spcAft>
              <a:buNone/>
              <a:defRPr/>
            </a:lvl1pPr>
            <a:lvl2pPr lvl="1" rtl="0">
              <a:spcAft>
                <a:spcPts val="0"/>
              </a:spcAft>
              <a:buNone/>
              <a:defRPr/>
            </a:lvl2pPr>
            <a:lvl3pPr lvl="2" rtl="0">
              <a:spcAft>
                <a:spcPts val="0"/>
              </a:spcAft>
              <a:buNone/>
              <a:defRPr/>
            </a:lvl3pPr>
            <a:lvl4pPr lvl="3" rtl="0">
              <a:spcAft>
                <a:spcPts val="0"/>
              </a:spcAft>
              <a:buNone/>
              <a:defRPr/>
            </a:lvl4pPr>
            <a:lvl5pPr lvl="4" rtl="0">
              <a:spcAft>
                <a:spcPts val="0"/>
              </a:spcAft>
              <a:buNone/>
              <a:defRPr/>
            </a:lvl5pPr>
            <a:lvl6pPr lvl="5" rtl="0">
              <a:spcAft>
                <a:spcPts val="0"/>
              </a:spcAft>
              <a:buNone/>
              <a:defRPr/>
            </a:lvl6pPr>
            <a:lvl7pPr lvl="6" rtl="0">
              <a:spcAft>
                <a:spcPts val="0"/>
              </a:spcAft>
              <a:buNone/>
              <a:defRPr/>
            </a:lvl7pPr>
            <a:lvl8pPr lvl="7" rtl="0">
              <a:spcAft>
                <a:spcPts val="0"/>
              </a:spcAft>
              <a:buNone/>
              <a:defRPr/>
            </a:lvl8pPr>
            <a:lvl9pPr lvl="8" rtl="0">
              <a:spcAft>
                <a:spcPts val="0"/>
              </a:spcAft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bg>
      <p:bgPr>
        <a:solidFill>
          <a:schemeClr val="accent6"/>
        </a:solid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>
            <a:spLocks noGrp="1"/>
          </p:cNvSpPr>
          <p:nvPr>
            <p:ph type="title" hasCustomPrompt="1"/>
          </p:nvPr>
        </p:nvSpPr>
        <p:spPr>
          <a:xfrm>
            <a:off x="3925100" y="1480000"/>
            <a:ext cx="646800" cy="461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800" u="sng"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7" name="Google Shape;47;p13"/>
          <p:cNvSpPr txBox="1">
            <a:spLocks noGrp="1"/>
          </p:cNvSpPr>
          <p:nvPr>
            <p:ph type="subTitle" idx="1"/>
          </p:nvPr>
        </p:nvSpPr>
        <p:spPr>
          <a:xfrm>
            <a:off x="715100" y="1480000"/>
            <a:ext cx="1901100" cy="461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1800">
                <a:latin typeface="Epilogue SemiBold"/>
                <a:ea typeface="Epilogue SemiBold"/>
                <a:cs typeface="Epilogue SemiBold"/>
                <a:sym typeface="Epilogu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title" idx="2"/>
          </p:nvPr>
        </p:nvSpPr>
        <p:spPr>
          <a:xfrm>
            <a:off x="715100" y="535000"/>
            <a:ext cx="38568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title" idx="3" hasCustomPrompt="1"/>
          </p:nvPr>
        </p:nvSpPr>
        <p:spPr>
          <a:xfrm>
            <a:off x="3925100" y="1941400"/>
            <a:ext cx="646800" cy="461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800" u="sng"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3"/>
          <p:cNvSpPr txBox="1">
            <a:spLocks noGrp="1"/>
          </p:cNvSpPr>
          <p:nvPr>
            <p:ph type="subTitle" idx="4"/>
          </p:nvPr>
        </p:nvSpPr>
        <p:spPr>
          <a:xfrm>
            <a:off x="715100" y="1941400"/>
            <a:ext cx="1901100" cy="461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1800">
                <a:latin typeface="Epilogue SemiBold"/>
                <a:ea typeface="Epilogue SemiBold"/>
                <a:cs typeface="Epilogue SemiBold"/>
                <a:sym typeface="Epilogu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title" idx="5" hasCustomPrompt="1"/>
          </p:nvPr>
        </p:nvSpPr>
        <p:spPr>
          <a:xfrm>
            <a:off x="3925100" y="2402800"/>
            <a:ext cx="646800" cy="461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800" u="sng"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2" name="Google Shape;52;p13"/>
          <p:cNvSpPr txBox="1">
            <a:spLocks noGrp="1"/>
          </p:cNvSpPr>
          <p:nvPr>
            <p:ph type="subTitle" idx="6"/>
          </p:nvPr>
        </p:nvSpPr>
        <p:spPr>
          <a:xfrm>
            <a:off x="715100" y="2402800"/>
            <a:ext cx="1901100" cy="461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1800">
                <a:latin typeface="Epilogue SemiBold"/>
                <a:ea typeface="Epilogue SemiBold"/>
                <a:cs typeface="Epilogue SemiBold"/>
                <a:sym typeface="Epilogu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title" idx="7" hasCustomPrompt="1"/>
          </p:nvPr>
        </p:nvSpPr>
        <p:spPr>
          <a:xfrm>
            <a:off x="3925100" y="2864200"/>
            <a:ext cx="646800" cy="461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800" u="sng"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8"/>
          </p:nvPr>
        </p:nvSpPr>
        <p:spPr>
          <a:xfrm>
            <a:off x="715100" y="2864200"/>
            <a:ext cx="1901100" cy="461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1800">
                <a:latin typeface="Epilogue SemiBold"/>
                <a:ea typeface="Epilogue SemiBold"/>
                <a:cs typeface="Epilogue SemiBold"/>
                <a:sym typeface="Epilogu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title" idx="9" hasCustomPrompt="1"/>
          </p:nvPr>
        </p:nvSpPr>
        <p:spPr>
          <a:xfrm>
            <a:off x="3925100" y="3325600"/>
            <a:ext cx="646800" cy="461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800" u="sng"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13"/>
          </p:nvPr>
        </p:nvSpPr>
        <p:spPr>
          <a:xfrm>
            <a:off x="715100" y="3325600"/>
            <a:ext cx="1901100" cy="461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1800">
                <a:latin typeface="Epilogue SemiBold"/>
                <a:ea typeface="Epilogue SemiBold"/>
                <a:cs typeface="Epilogue SemiBold"/>
                <a:sym typeface="Epilogu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title" idx="14" hasCustomPrompt="1"/>
          </p:nvPr>
        </p:nvSpPr>
        <p:spPr>
          <a:xfrm>
            <a:off x="3925100" y="3787000"/>
            <a:ext cx="646800" cy="461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800" u="sng"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3"/>
          <p:cNvSpPr txBox="1">
            <a:spLocks noGrp="1"/>
          </p:cNvSpPr>
          <p:nvPr>
            <p:ph type="subTitle" idx="15"/>
          </p:nvPr>
        </p:nvSpPr>
        <p:spPr>
          <a:xfrm>
            <a:off x="715100" y="3787000"/>
            <a:ext cx="1901100" cy="461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1800">
                <a:latin typeface="Epilogue SemiBold"/>
                <a:ea typeface="Epilogue SemiBold"/>
                <a:cs typeface="Epilogue SemiBold"/>
                <a:sym typeface="Epilogu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subTitle" idx="1"/>
          </p:nvPr>
        </p:nvSpPr>
        <p:spPr>
          <a:xfrm>
            <a:off x="715100" y="2330200"/>
            <a:ext cx="2520300" cy="1625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ubTitle" idx="2"/>
          </p:nvPr>
        </p:nvSpPr>
        <p:spPr>
          <a:xfrm>
            <a:off x="3311850" y="2330200"/>
            <a:ext cx="2520300" cy="1625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 SemiBold"/>
              <a:buNone/>
              <a:defRPr sz="3000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 SemiBold"/>
              <a:buNone/>
              <a:defRPr sz="3000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 SemiBold"/>
              <a:buNone/>
              <a:defRPr sz="3000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 SemiBold"/>
              <a:buNone/>
              <a:defRPr sz="3000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 SemiBold"/>
              <a:buNone/>
              <a:defRPr sz="3000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 SemiBold"/>
              <a:buNone/>
              <a:defRPr sz="3000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 SemiBold"/>
              <a:buNone/>
              <a:defRPr sz="3000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 SemiBold"/>
              <a:buNone/>
              <a:defRPr sz="3000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 SemiBold"/>
              <a:buNone/>
              <a:defRPr sz="3000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subTitle" idx="3"/>
          </p:nvPr>
        </p:nvSpPr>
        <p:spPr>
          <a:xfrm>
            <a:off x="715100" y="1945000"/>
            <a:ext cx="2520300" cy="461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1800">
                <a:latin typeface="Epilogue SemiBold"/>
                <a:ea typeface="Epilogue SemiBold"/>
                <a:cs typeface="Epilogue SemiBold"/>
                <a:sym typeface="Epilogu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subTitle" idx="4"/>
          </p:nvPr>
        </p:nvSpPr>
        <p:spPr>
          <a:xfrm>
            <a:off x="3311850" y="1945000"/>
            <a:ext cx="2520300" cy="461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1800">
                <a:latin typeface="Epilogue SemiBold"/>
                <a:ea typeface="Epilogue SemiBold"/>
                <a:cs typeface="Epilogue SemiBold"/>
                <a:sym typeface="Epilogu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9pPr>
          </a:lstStyle>
          <a:p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subTitle" idx="5"/>
          </p:nvPr>
        </p:nvSpPr>
        <p:spPr>
          <a:xfrm>
            <a:off x="5908700" y="2330200"/>
            <a:ext cx="2520300" cy="1625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subTitle" idx="6"/>
          </p:nvPr>
        </p:nvSpPr>
        <p:spPr>
          <a:xfrm>
            <a:off x="5908699" y="1945000"/>
            <a:ext cx="2520300" cy="461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1800">
                <a:latin typeface="Epilogue SemiBold"/>
                <a:ea typeface="Epilogue SemiBold"/>
                <a:cs typeface="Epilogue SemiBold"/>
                <a:sym typeface="Epilogu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BLANK_1_1_1_2_1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subTitle" idx="1"/>
          </p:nvPr>
        </p:nvSpPr>
        <p:spPr>
          <a:xfrm>
            <a:off x="1696700" y="1251400"/>
            <a:ext cx="6732300" cy="530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 SemiBold"/>
              <a:buNone/>
              <a:defRPr sz="3000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 SemiBold"/>
              <a:buNone/>
              <a:defRPr sz="3000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 SemiBold"/>
              <a:buNone/>
              <a:defRPr sz="3000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 SemiBold"/>
              <a:buNone/>
              <a:defRPr sz="3000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 SemiBold"/>
              <a:buNone/>
              <a:defRPr sz="3000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 SemiBold"/>
              <a:buNone/>
              <a:defRPr sz="3000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 SemiBold"/>
              <a:buNone/>
              <a:defRPr sz="3000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 SemiBold"/>
              <a:buNone/>
              <a:defRPr sz="3000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 SemiBold"/>
              <a:buNone/>
              <a:defRPr sz="3000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subTitle" idx="2"/>
          </p:nvPr>
        </p:nvSpPr>
        <p:spPr>
          <a:xfrm>
            <a:off x="1696700" y="1781700"/>
            <a:ext cx="6732300" cy="461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1800">
                <a:latin typeface="Epilogue SemiBold"/>
                <a:ea typeface="Epilogue SemiBold"/>
                <a:cs typeface="Epilogue SemiBold"/>
                <a:sym typeface="Epilogu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subTitle" idx="3"/>
          </p:nvPr>
        </p:nvSpPr>
        <p:spPr>
          <a:xfrm>
            <a:off x="1696700" y="2395488"/>
            <a:ext cx="6732300" cy="530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subTitle" idx="4"/>
          </p:nvPr>
        </p:nvSpPr>
        <p:spPr>
          <a:xfrm>
            <a:off x="1696700" y="2925763"/>
            <a:ext cx="6732300" cy="461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1800">
                <a:latin typeface="Epilogue SemiBold"/>
                <a:ea typeface="Epilogue SemiBold"/>
                <a:cs typeface="Epilogue SemiBold"/>
                <a:sym typeface="Epilogu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9pPr>
          </a:lstStyle>
          <a:p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subTitle" idx="5"/>
          </p:nvPr>
        </p:nvSpPr>
        <p:spPr>
          <a:xfrm>
            <a:off x="1696700" y="3539600"/>
            <a:ext cx="6732300" cy="530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5"/>
          <p:cNvSpPr txBox="1">
            <a:spLocks noGrp="1"/>
          </p:cNvSpPr>
          <p:nvPr>
            <p:ph type="subTitle" idx="6"/>
          </p:nvPr>
        </p:nvSpPr>
        <p:spPr>
          <a:xfrm>
            <a:off x="1696700" y="4070000"/>
            <a:ext cx="6732300" cy="461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1800">
                <a:latin typeface="Epilogue SemiBold"/>
                <a:ea typeface="Epilogue SemiBold"/>
                <a:cs typeface="Epilogue SemiBold"/>
                <a:sym typeface="Epilogu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>
            <a:spLocks noGrp="1"/>
          </p:cNvSpPr>
          <p:nvPr>
            <p:ph type="subTitle" idx="1"/>
          </p:nvPr>
        </p:nvSpPr>
        <p:spPr>
          <a:xfrm>
            <a:off x="715100" y="1746100"/>
            <a:ext cx="2466000" cy="1069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7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 SemiBold"/>
              <a:buNone/>
              <a:defRPr sz="3000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 SemiBold"/>
              <a:buNone/>
              <a:defRPr sz="3000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 SemiBold"/>
              <a:buNone/>
              <a:defRPr sz="3000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 SemiBold"/>
              <a:buNone/>
              <a:defRPr sz="3000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 SemiBold"/>
              <a:buNone/>
              <a:defRPr sz="3000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 SemiBold"/>
              <a:buNone/>
              <a:defRPr sz="3000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 SemiBold"/>
              <a:buNone/>
              <a:defRPr sz="3000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 SemiBold"/>
              <a:buNone/>
              <a:defRPr sz="3000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 SemiBold"/>
              <a:buNone/>
              <a:defRPr sz="3000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9pPr>
          </a:lstStyle>
          <a:p>
            <a:endParaRPr/>
          </a:p>
        </p:txBody>
      </p:sp>
      <p:sp>
        <p:nvSpPr>
          <p:cNvPr id="88" name="Google Shape;88;p17"/>
          <p:cNvSpPr txBox="1">
            <a:spLocks noGrp="1"/>
          </p:cNvSpPr>
          <p:nvPr>
            <p:ph type="subTitle" idx="2"/>
          </p:nvPr>
        </p:nvSpPr>
        <p:spPr>
          <a:xfrm>
            <a:off x="715100" y="1360900"/>
            <a:ext cx="2466000" cy="461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1800">
                <a:latin typeface="Epilogue SemiBold"/>
                <a:ea typeface="Epilogue SemiBold"/>
                <a:cs typeface="Epilogue SemiBold"/>
                <a:sym typeface="Epilogu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9pPr>
          </a:lstStyle>
          <a:p>
            <a:endParaRPr/>
          </a:p>
        </p:txBody>
      </p:sp>
      <p:sp>
        <p:nvSpPr>
          <p:cNvPr id="89" name="Google Shape;89;p17"/>
          <p:cNvSpPr txBox="1">
            <a:spLocks noGrp="1"/>
          </p:cNvSpPr>
          <p:nvPr>
            <p:ph type="subTitle" idx="3"/>
          </p:nvPr>
        </p:nvSpPr>
        <p:spPr>
          <a:xfrm>
            <a:off x="3339050" y="1746100"/>
            <a:ext cx="2466000" cy="1069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subTitle" idx="4"/>
          </p:nvPr>
        </p:nvSpPr>
        <p:spPr>
          <a:xfrm>
            <a:off x="3339057" y="1360900"/>
            <a:ext cx="2466000" cy="461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1800">
                <a:latin typeface="Epilogue SemiBold"/>
                <a:ea typeface="Epilogue SemiBold"/>
                <a:cs typeface="Epilogue SemiBold"/>
                <a:sym typeface="Epilogu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subTitle" idx="5"/>
          </p:nvPr>
        </p:nvSpPr>
        <p:spPr>
          <a:xfrm>
            <a:off x="715100" y="3353200"/>
            <a:ext cx="2466000" cy="1069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subTitle" idx="6"/>
          </p:nvPr>
        </p:nvSpPr>
        <p:spPr>
          <a:xfrm>
            <a:off x="715100" y="2968000"/>
            <a:ext cx="2466000" cy="461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1800">
                <a:latin typeface="Epilogue SemiBold"/>
                <a:ea typeface="Epilogue SemiBold"/>
                <a:cs typeface="Epilogue SemiBold"/>
                <a:sym typeface="Epilogu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ubTitle" idx="7"/>
          </p:nvPr>
        </p:nvSpPr>
        <p:spPr>
          <a:xfrm>
            <a:off x="3339061" y="3353200"/>
            <a:ext cx="2466000" cy="1069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7"/>
          <p:cNvSpPr txBox="1">
            <a:spLocks noGrp="1"/>
          </p:cNvSpPr>
          <p:nvPr>
            <p:ph type="subTitle" idx="8"/>
          </p:nvPr>
        </p:nvSpPr>
        <p:spPr>
          <a:xfrm>
            <a:off x="3339057" y="2968000"/>
            <a:ext cx="2466000" cy="461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1800">
                <a:latin typeface="Epilogue SemiBold"/>
                <a:ea typeface="Epilogue SemiBold"/>
                <a:cs typeface="Epilogue SemiBold"/>
                <a:sym typeface="Epilogu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9pPr>
          </a:lstStyle>
          <a:p>
            <a:endParaRPr/>
          </a:p>
        </p:txBody>
      </p:sp>
      <p:sp>
        <p:nvSpPr>
          <p:cNvPr id="95" name="Google Shape;95;p17"/>
          <p:cNvSpPr txBox="1">
            <a:spLocks noGrp="1"/>
          </p:cNvSpPr>
          <p:nvPr>
            <p:ph type="subTitle" idx="9"/>
          </p:nvPr>
        </p:nvSpPr>
        <p:spPr>
          <a:xfrm>
            <a:off x="5962991" y="1746100"/>
            <a:ext cx="2466000" cy="1069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7"/>
          <p:cNvSpPr txBox="1">
            <a:spLocks noGrp="1"/>
          </p:cNvSpPr>
          <p:nvPr>
            <p:ph type="subTitle" idx="13"/>
          </p:nvPr>
        </p:nvSpPr>
        <p:spPr>
          <a:xfrm>
            <a:off x="5962989" y="1360900"/>
            <a:ext cx="2466000" cy="461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1800">
                <a:latin typeface="Epilogue SemiBold"/>
                <a:ea typeface="Epilogue SemiBold"/>
                <a:cs typeface="Epilogue SemiBold"/>
                <a:sym typeface="Epilogu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9pPr>
          </a:lstStyle>
          <a:p>
            <a:endParaRPr/>
          </a:p>
        </p:txBody>
      </p:sp>
      <p:sp>
        <p:nvSpPr>
          <p:cNvPr id="97" name="Google Shape;97;p17"/>
          <p:cNvSpPr txBox="1">
            <a:spLocks noGrp="1"/>
          </p:cNvSpPr>
          <p:nvPr>
            <p:ph type="subTitle" idx="14"/>
          </p:nvPr>
        </p:nvSpPr>
        <p:spPr>
          <a:xfrm>
            <a:off x="5962997" y="3353200"/>
            <a:ext cx="2466000" cy="1069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7"/>
          <p:cNvSpPr txBox="1">
            <a:spLocks noGrp="1"/>
          </p:cNvSpPr>
          <p:nvPr>
            <p:ph type="subTitle" idx="15"/>
          </p:nvPr>
        </p:nvSpPr>
        <p:spPr>
          <a:xfrm>
            <a:off x="5962989" y="2968000"/>
            <a:ext cx="2466000" cy="461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1800">
                <a:latin typeface="Epilogue SemiBold"/>
                <a:ea typeface="Epilogue SemiBold"/>
                <a:cs typeface="Epilogue SemiBold"/>
                <a:sym typeface="Epilogu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pilogue SemiBold"/>
              <a:buNone/>
              <a:defRPr sz="2400">
                <a:solidFill>
                  <a:schemeClr val="accent6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bg>
      <p:bgPr>
        <a:solidFill>
          <a:schemeClr val="lt1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/>
          <p:nvPr/>
        </p:nvSpPr>
        <p:spPr>
          <a:xfrm>
            <a:off x="715100" y="4317800"/>
            <a:ext cx="171600" cy="171600"/>
          </a:xfrm>
          <a:prstGeom prst="mathPlus">
            <a:avLst>
              <a:gd name="adj1" fmla="val 2352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22"/>
          <p:cNvSpPr/>
          <p:nvPr/>
        </p:nvSpPr>
        <p:spPr>
          <a:xfrm>
            <a:off x="8257300" y="654100"/>
            <a:ext cx="171600" cy="171600"/>
          </a:xfrm>
          <a:prstGeom prst="mathPlus">
            <a:avLst>
              <a:gd name="adj1" fmla="val 2352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6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 SemiBold"/>
              <a:buNone/>
              <a:defRPr sz="3000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 SemiBold"/>
              <a:buNone/>
              <a:defRPr sz="3000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 SemiBold"/>
              <a:buNone/>
              <a:defRPr sz="3000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 SemiBold"/>
              <a:buNone/>
              <a:defRPr sz="3000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 SemiBold"/>
              <a:buNone/>
              <a:defRPr sz="3000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 SemiBold"/>
              <a:buNone/>
              <a:defRPr sz="3000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 SemiBold"/>
              <a:buNone/>
              <a:defRPr sz="3000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 SemiBold"/>
              <a:buNone/>
              <a:defRPr sz="3000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 SemiBold"/>
              <a:buNone/>
              <a:defRPr sz="3000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75200"/>
            <a:ext cx="7713900" cy="3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eologica"/>
              <a:buChar char="●"/>
              <a:defRPr sz="1200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eologica"/>
              <a:buChar char="○"/>
              <a:defRPr sz="1200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eologica"/>
              <a:buChar char="■"/>
              <a:defRPr sz="1200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eologica"/>
              <a:buChar char="●"/>
              <a:defRPr sz="1200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eologica"/>
              <a:buChar char="○"/>
              <a:defRPr sz="1200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eologica"/>
              <a:buChar char="■"/>
              <a:defRPr sz="1200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eologica"/>
              <a:buChar char="●"/>
              <a:defRPr sz="1200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eologica"/>
              <a:buChar char="○"/>
              <a:defRPr sz="1200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eologica"/>
              <a:buChar char="■"/>
              <a:defRPr sz="1200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3" r:id="rId4"/>
    <p:sldLayoutId id="2147483654" r:id="rId5"/>
    <p:sldLayoutId id="2147483655" r:id="rId6"/>
    <p:sldLayoutId id="2147483656" r:id="rId7"/>
    <p:sldLayoutId id="2147483658" r:id="rId8"/>
    <p:sldLayoutId id="2147483659" r:id="rId9"/>
    <p:sldLayoutId id="2147483660" r:id="rId10"/>
    <p:sldLayoutId id="2147483661" r:id="rId11"/>
    <p:sldLayoutId id="2147483663" r:id="rId12"/>
    <p:sldLayoutId id="2147483668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6"/>
          <p:cNvSpPr txBox="1">
            <a:spLocks noGrp="1"/>
          </p:cNvSpPr>
          <p:nvPr>
            <p:ph type="ctrTitle"/>
          </p:nvPr>
        </p:nvSpPr>
        <p:spPr>
          <a:xfrm>
            <a:off x="2892001" y="1701114"/>
            <a:ext cx="5810648" cy="95591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Gill Sans MT Condensed" panose="020B0506020104020203" pitchFamily="34" charset="0"/>
              </a:rPr>
              <a:t>Human Resources Analytics</a:t>
            </a:r>
            <a:endParaRPr dirty="0">
              <a:latin typeface="Gill Sans MT Condensed" panose="020B0506020104020203" pitchFamily="34" charset="0"/>
            </a:endParaRPr>
          </a:p>
        </p:txBody>
      </p:sp>
      <p:sp>
        <p:nvSpPr>
          <p:cNvPr id="133" name="Google Shape;133;p26"/>
          <p:cNvSpPr/>
          <p:nvPr/>
        </p:nvSpPr>
        <p:spPr>
          <a:xfrm>
            <a:off x="553914" y="978101"/>
            <a:ext cx="1330200" cy="1330200"/>
          </a:xfrm>
          <a:prstGeom prst="ellipse">
            <a:avLst/>
          </a:prstGeom>
          <a:solidFill>
            <a:srgbClr val="F8A7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4" name="Google Shape;134;p26"/>
          <p:cNvGrpSpPr/>
          <p:nvPr/>
        </p:nvGrpSpPr>
        <p:grpSpPr>
          <a:xfrm rot="218">
            <a:off x="-453918" y="1234221"/>
            <a:ext cx="1717314" cy="1717571"/>
            <a:chOff x="3776125" y="1393425"/>
            <a:chExt cx="1088975" cy="1089000"/>
          </a:xfrm>
        </p:grpSpPr>
        <p:sp>
          <p:nvSpPr>
            <p:cNvPr id="135" name="Google Shape;135;p26"/>
            <p:cNvSpPr/>
            <p:nvPr/>
          </p:nvSpPr>
          <p:spPr>
            <a:xfrm>
              <a:off x="3776125" y="1393425"/>
              <a:ext cx="1088975" cy="1089000"/>
            </a:xfrm>
            <a:custGeom>
              <a:avLst/>
              <a:gdLst/>
              <a:ahLst/>
              <a:cxnLst/>
              <a:rect l="l" t="t" r="r" b="b"/>
              <a:pathLst>
                <a:path w="43559" h="43560" extrusionOk="0">
                  <a:moveTo>
                    <a:pt x="21780" y="0"/>
                  </a:moveTo>
                  <a:cubicBezTo>
                    <a:pt x="16004" y="0"/>
                    <a:pt x="10464" y="2294"/>
                    <a:pt x="6380" y="6380"/>
                  </a:cubicBezTo>
                  <a:cubicBezTo>
                    <a:pt x="2295" y="10463"/>
                    <a:pt x="1" y="16004"/>
                    <a:pt x="1" y="21779"/>
                  </a:cubicBezTo>
                  <a:cubicBezTo>
                    <a:pt x="1" y="27556"/>
                    <a:pt x="2295" y="33095"/>
                    <a:pt x="6380" y="37181"/>
                  </a:cubicBezTo>
                  <a:cubicBezTo>
                    <a:pt x="10464" y="41264"/>
                    <a:pt x="16004" y="43560"/>
                    <a:pt x="21780" y="43560"/>
                  </a:cubicBezTo>
                  <a:cubicBezTo>
                    <a:pt x="27557" y="43560"/>
                    <a:pt x="33096" y="41264"/>
                    <a:pt x="37181" y="37181"/>
                  </a:cubicBezTo>
                  <a:cubicBezTo>
                    <a:pt x="41265" y="33095"/>
                    <a:pt x="43559" y="27556"/>
                    <a:pt x="43559" y="21779"/>
                  </a:cubicBezTo>
                  <a:cubicBezTo>
                    <a:pt x="43559" y="16004"/>
                    <a:pt x="41265" y="10463"/>
                    <a:pt x="37181" y="6380"/>
                  </a:cubicBezTo>
                  <a:cubicBezTo>
                    <a:pt x="33096" y="2294"/>
                    <a:pt x="27557" y="0"/>
                    <a:pt x="21780" y="0"/>
                  </a:cubicBezTo>
                  <a:close/>
                </a:path>
              </a:pathLst>
            </a:custGeom>
            <a:noFill/>
            <a:ln w="28575" cap="flat" cmpd="sng">
              <a:solidFill>
                <a:srgbClr val="98131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" name="Google Shape;136;p26"/>
            <p:cNvSpPr/>
            <p:nvPr/>
          </p:nvSpPr>
          <p:spPr>
            <a:xfrm>
              <a:off x="3985525" y="1602850"/>
              <a:ext cx="670200" cy="670150"/>
            </a:xfrm>
            <a:custGeom>
              <a:avLst/>
              <a:gdLst/>
              <a:ahLst/>
              <a:cxnLst/>
              <a:rect l="l" t="t" r="r" b="b"/>
              <a:pathLst>
                <a:path w="26808" h="26806" extrusionOk="0">
                  <a:moveTo>
                    <a:pt x="13404" y="0"/>
                  </a:moveTo>
                  <a:cubicBezTo>
                    <a:pt x="9850" y="0"/>
                    <a:pt x="6439" y="1412"/>
                    <a:pt x="3926" y="3925"/>
                  </a:cubicBezTo>
                  <a:cubicBezTo>
                    <a:pt x="1413" y="6440"/>
                    <a:pt x="0" y="9848"/>
                    <a:pt x="0" y="13402"/>
                  </a:cubicBezTo>
                  <a:cubicBezTo>
                    <a:pt x="0" y="16958"/>
                    <a:pt x="1413" y="20367"/>
                    <a:pt x="3926" y="22880"/>
                  </a:cubicBezTo>
                  <a:cubicBezTo>
                    <a:pt x="6439" y="25393"/>
                    <a:pt x="9850" y="26806"/>
                    <a:pt x="13404" y="26806"/>
                  </a:cubicBezTo>
                  <a:cubicBezTo>
                    <a:pt x="16959" y="26806"/>
                    <a:pt x="20368" y="25393"/>
                    <a:pt x="22881" y="22880"/>
                  </a:cubicBezTo>
                  <a:cubicBezTo>
                    <a:pt x="25395" y="20367"/>
                    <a:pt x="26807" y="16958"/>
                    <a:pt x="26807" y="13402"/>
                  </a:cubicBezTo>
                  <a:cubicBezTo>
                    <a:pt x="26807" y="9848"/>
                    <a:pt x="25395" y="6440"/>
                    <a:pt x="22881" y="3925"/>
                  </a:cubicBezTo>
                  <a:cubicBezTo>
                    <a:pt x="20368" y="1412"/>
                    <a:pt x="16959" y="0"/>
                    <a:pt x="13404" y="0"/>
                  </a:cubicBezTo>
                  <a:close/>
                </a:path>
              </a:pathLst>
            </a:custGeom>
            <a:noFill/>
            <a:ln w="28575" cap="flat" cmpd="sng">
              <a:solidFill>
                <a:srgbClr val="98131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 descr="A logo for a company&#10;&#10;Description automatically generated">
            <a:extLst>
              <a:ext uri="{FF2B5EF4-FFF2-40B4-BE49-F238E27FC236}">
                <a16:creationId xmlns:a16="http://schemas.microsoft.com/office/drawing/2014/main" id="{1E8846A4-C56A-453D-6A75-D4444D08C9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3315" y="56686"/>
            <a:ext cx="1301677" cy="955919"/>
          </a:xfrm>
          <a:prstGeom prst="rect">
            <a:avLst/>
          </a:prstGeom>
        </p:spPr>
      </p:pic>
      <p:pic>
        <p:nvPicPr>
          <p:cNvPr id="5" name="Picture 4" descr="A logo for a company&#10;&#10;Description automatically generated">
            <a:extLst>
              <a:ext uri="{FF2B5EF4-FFF2-40B4-BE49-F238E27FC236}">
                <a16:creationId xmlns:a16="http://schemas.microsoft.com/office/drawing/2014/main" id="{929BB7A8-4D4E-862E-310A-9012729D40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4556" y="57275"/>
            <a:ext cx="1165037" cy="955330"/>
          </a:xfrm>
          <a:prstGeom prst="rect">
            <a:avLst/>
          </a:prstGeom>
        </p:spPr>
      </p:pic>
      <p:sp>
        <p:nvSpPr>
          <p:cNvPr id="8" name="Google Shape;131;p26">
            <a:extLst>
              <a:ext uri="{FF2B5EF4-FFF2-40B4-BE49-F238E27FC236}">
                <a16:creationId xmlns:a16="http://schemas.microsoft.com/office/drawing/2014/main" id="{8022B0FB-3A88-8DC4-3DAF-2E546D3C59B3}"/>
              </a:ext>
            </a:extLst>
          </p:cNvPr>
          <p:cNvSpPr txBox="1">
            <a:spLocks/>
          </p:cNvSpPr>
          <p:nvPr/>
        </p:nvSpPr>
        <p:spPr>
          <a:xfrm>
            <a:off x="0" y="3207912"/>
            <a:ext cx="3773010" cy="1909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Epilogue SemiBold"/>
              <a:buNone/>
              <a:defRPr sz="5500" b="0" i="0" u="none" strike="noStrike" cap="none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Epilogue SemiBold"/>
              <a:buNone/>
              <a:defRPr sz="5200" b="0" i="0" u="none" strike="noStrike" cap="none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Epilogue SemiBold"/>
              <a:buNone/>
              <a:defRPr sz="5200" b="0" i="0" u="none" strike="noStrike" cap="none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Epilogue SemiBold"/>
              <a:buNone/>
              <a:defRPr sz="5200" b="0" i="0" u="none" strike="noStrike" cap="none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Epilogue SemiBold"/>
              <a:buNone/>
              <a:defRPr sz="5200" b="0" i="0" u="none" strike="noStrike" cap="none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Epilogue SemiBold"/>
              <a:buNone/>
              <a:defRPr sz="5200" b="0" i="0" u="none" strike="noStrike" cap="none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Epilogue SemiBold"/>
              <a:buNone/>
              <a:defRPr sz="5200" b="0" i="0" u="none" strike="noStrike" cap="none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Epilogue SemiBold"/>
              <a:buNone/>
              <a:defRPr sz="5200" b="0" i="0" u="none" strike="noStrike" cap="none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Epilogue SemiBold"/>
              <a:buNone/>
              <a:defRPr sz="5200" b="0" i="0" u="none" strike="noStrike" cap="none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9pPr>
          </a:lstStyle>
          <a:p>
            <a:pPr algn="l"/>
            <a:r>
              <a:rPr lang="en-US" sz="2000" dirty="0">
                <a:latin typeface="Geologica"/>
                <a:sym typeface="Geologica"/>
              </a:rPr>
              <a:t>Done by: </a:t>
            </a:r>
          </a:p>
          <a:p>
            <a:pPr algn="l"/>
            <a:r>
              <a:rPr lang="en-US" sz="2000" dirty="0">
                <a:latin typeface="Geologica"/>
                <a:sym typeface="Geologica"/>
              </a:rPr>
              <a:t>Mariam Mohmmed</a:t>
            </a:r>
          </a:p>
          <a:p>
            <a:pPr algn="l"/>
            <a:r>
              <a:rPr lang="en-US" sz="2000" dirty="0">
                <a:latin typeface="Geologica"/>
                <a:sym typeface="Geologica"/>
              </a:rPr>
              <a:t>Reem </a:t>
            </a:r>
            <a:r>
              <a:rPr lang="en-US" sz="2000" dirty="0" err="1">
                <a:latin typeface="Geologica"/>
                <a:sym typeface="Geologica"/>
              </a:rPr>
              <a:t>A.karim</a:t>
            </a:r>
            <a:endParaRPr lang="en-US" sz="2000" dirty="0">
              <a:latin typeface="Geologica"/>
              <a:sym typeface="Geologica"/>
            </a:endParaRPr>
          </a:p>
          <a:p>
            <a:pPr algn="l"/>
            <a:r>
              <a:rPr lang="en-US" sz="2000" dirty="0">
                <a:latin typeface="Geologica"/>
                <a:sym typeface="Geologica"/>
              </a:rPr>
              <a:t>Fatema Yusuf</a:t>
            </a:r>
          </a:p>
          <a:p>
            <a:pPr algn="l"/>
            <a:r>
              <a:rPr lang="en-US" sz="2000" dirty="0">
                <a:latin typeface="Geologica"/>
                <a:sym typeface="Geologica"/>
              </a:rPr>
              <a:t>Fatima Ali Saleh</a:t>
            </a:r>
          </a:p>
          <a:p>
            <a:pPr algn="l"/>
            <a:r>
              <a:rPr lang="en-US" sz="2000" dirty="0">
                <a:latin typeface="Geologica"/>
                <a:sym typeface="Geologica"/>
              </a:rPr>
              <a:t>Fatima Sharaf Sayed Ali</a:t>
            </a:r>
          </a:p>
        </p:txBody>
      </p:sp>
      <p:pic>
        <p:nvPicPr>
          <p:cNvPr id="12" name="Picture 11" descr="A red and white logo&#10;&#10;Description automatically generated">
            <a:extLst>
              <a:ext uri="{FF2B5EF4-FFF2-40B4-BE49-F238E27FC236}">
                <a16:creationId xmlns:a16="http://schemas.microsoft.com/office/drawing/2014/main" id="{F8C6B48B-B668-3BD8-CADE-2458D4D06BF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9983" t="14566" r="8341" b="15876"/>
          <a:stretch/>
        </p:blipFill>
        <p:spPr>
          <a:xfrm>
            <a:off x="5299062" y="56686"/>
            <a:ext cx="1121771" cy="9553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8"/>
          <p:cNvSpPr txBox="1">
            <a:spLocks noGrp="1"/>
          </p:cNvSpPr>
          <p:nvPr>
            <p:ph type="title"/>
          </p:nvPr>
        </p:nvSpPr>
        <p:spPr>
          <a:xfrm>
            <a:off x="5986804" y="1480000"/>
            <a:ext cx="646800" cy="4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53" name="Google Shape;153;p28"/>
          <p:cNvSpPr txBox="1">
            <a:spLocks noGrp="1"/>
          </p:cNvSpPr>
          <p:nvPr>
            <p:ph type="subTitle" idx="1"/>
          </p:nvPr>
        </p:nvSpPr>
        <p:spPr>
          <a:xfrm>
            <a:off x="715100" y="1480000"/>
            <a:ext cx="1901100" cy="4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154" name="Google Shape;154;p28"/>
          <p:cNvSpPr txBox="1">
            <a:spLocks noGrp="1"/>
          </p:cNvSpPr>
          <p:nvPr>
            <p:ph type="title" idx="2"/>
          </p:nvPr>
        </p:nvSpPr>
        <p:spPr>
          <a:xfrm>
            <a:off x="715100" y="535000"/>
            <a:ext cx="38568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Agenda</a:t>
            </a:r>
            <a:endParaRPr dirty="0"/>
          </a:p>
        </p:txBody>
      </p:sp>
      <p:sp>
        <p:nvSpPr>
          <p:cNvPr id="155" name="Google Shape;155;p28"/>
          <p:cNvSpPr txBox="1">
            <a:spLocks noGrp="1"/>
          </p:cNvSpPr>
          <p:nvPr>
            <p:ph type="title" idx="3"/>
          </p:nvPr>
        </p:nvSpPr>
        <p:spPr>
          <a:xfrm>
            <a:off x="5986804" y="1941400"/>
            <a:ext cx="646800" cy="4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56" name="Google Shape;156;p28"/>
          <p:cNvSpPr txBox="1">
            <a:spLocks noGrp="1"/>
          </p:cNvSpPr>
          <p:nvPr>
            <p:ph type="subTitle" idx="4"/>
          </p:nvPr>
        </p:nvSpPr>
        <p:spPr>
          <a:xfrm>
            <a:off x="715099" y="1941400"/>
            <a:ext cx="3501793" cy="4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Problem Statement</a:t>
            </a:r>
          </a:p>
        </p:txBody>
      </p:sp>
      <p:sp>
        <p:nvSpPr>
          <p:cNvPr id="157" name="Google Shape;157;p28"/>
          <p:cNvSpPr txBox="1">
            <a:spLocks noGrp="1"/>
          </p:cNvSpPr>
          <p:nvPr>
            <p:ph type="title" idx="5"/>
          </p:nvPr>
        </p:nvSpPr>
        <p:spPr>
          <a:xfrm>
            <a:off x="5986804" y="2402800"/>
            <a:ext cx="646800" cy="4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58" name="Google Shape;158;p28"/>
          <p:cNvSpPr txBox="1">
            <a:spLocks noGrp="1"/>
          </p:cNvSpPr>
          <p:nvPr>
            <p:ph type="subTitle" idx="6"/>
          </p:nvPr>
        </p:nvSpPr>
        <p:spPr>
          <a:xfrm>
            <a:off x="715100" y="2402800"/>
            <a:ext cx="1901100" cy="4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dirty="0"/>
              <a:t>Challenges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9" name="Google Shape;159;p28"/>
          <p:cNvSpPr txBox="1">
            <a:spLocks noGrp="1"/>
          </p:cNvSpPr>
          <p:nvPr>
            <p:ph type="title" idx="7"/>
          </p:nvPr>
        </p:nvSpPr>
        <p:spPr>
          <a:xfrm>
            <a:off x="5986804" y="2864200"/>
            <a:ext cx="646800" cy="4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61" name="Google Shape;161;p28"/>
          <p:cNvSpPr txBox="1">
            <a:spLocks noGrp="1"/>
          </p:cNvSpPr>
          <p:nvPr>
            <p:ph type="title" idx="9"/>
          </p:nvPr>
        </p:nvSpPr>
        <p:spPr>
          <a:xfrm>
            <a:off x="5986804" y="3325600"/>
            <a:ext cx="646800" cy="4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164" name="Google Shape;164;p28"/>
          <p:cNvSpPr txBox="1">
            <a:spLocks noGrp="1"/>
          </p:cNvSpPr>
          <p:nvPr>
            <p:ph type="subTitle" idx="15"/>
          </p:nvPr>
        </p:nvSpPr>
        <p:spPr>
          <a:xfrm>
            <a:off x="742400" y="3309302"/>
            <a:ext cx="1901100" cy="4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</a:t>
            </a:r>
            <a:endParaRPr dirty="0"/>
          </a:p>
        </p:txBody>
      </p:sp>
      <p:sp>
        <p:nvSpPr>
          <p:cNvPr id="166" name="Google Shape;166;p28"/>
          <p:cNvSpPr/>
          <p:nvPr/>
        </p:nvSpPr>
        <p:spPr>
          <a:xfrm rot="10800000">
            <a:off x="6945797" y="1178546"/>
            <a:ext cx="1330200" cy="1330200"/>
          </a:xfrm>
          <a:prstGeom prst="ellipse">
            <a:avLst/>
          </a:prstGeom>
          <a:solidFill>
            <a:srgbClr val="F8A7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7" name="Google Shape;167;p28"/>
          <p:cNvGrpSpPr/>
          <p:nvPr/>
        </p:nvGrpSpPr>
        <p:grpSpPr>
          <a:xfrm rot="-10799782">
            <a:off x="7566515" y="535056"/>
            <a:ext cx="1717314" cy="1717571"/>
            <a:chOff x="3776125" y="1393425"/>
            <a:chExt cx="1088975" cy="1089000"/>
          </a:xfrm>
        </p:grpSpPr>
        <p:sp>
          <p:nvSpPr>
            <p:cNvPr id="168" name="Google Shape;168;p28"/>
            <p:cNvSpPr/>
            <p:nvPr/>
          </p:nvSpPr>
          <p:spPr>
            <a:xfrm>
              <a:off x="3776125" y="1393425"/>
              <a:ext cx="1088975" cy="1089000"/>
            </a:xfrm>
            <a:custGeom>
              <a:avLst/>
              <a:gdLst/>
              <a:ahLst/>
              <a:cxnLst/>
              <a:rect l="l" t="t" r="r" b="b"/>
              <a:pathLst>
                <a:path w="43559" h="43560" extrusionOk="0">
                  <a:moveTo>
                    <a:pt x="21780" y="0"/>
                  </a:moveTo>
                  <a:cubicBezTo>
                    <a:pt x="16004" y="0"/>
                    <a:pt x="10464" y="2294"/>
                    <a:pt x="6380" y="6380"/>
                  </a:cubicBezTo>
                  <a:cubicBezTo>
                    <a:pt x="2295" y="10463"/>
                    <a:pt x="1" y="16004"/>
                    <a:pt x="1" y="21779"/>
                  </a:cubicBezTo>
                  <a:cubicBezTo>
                    <a:pt x="1" y="27556"/>
                    <a:pt x="2295" y="33095"/>
                    <a:pt x="6380" y="37181"/>
                  </a:cubicBezTo>
                  <a:cubicBezTo>
                    <a:pt x="10464" y="41264"/>
                    <a:pt x="16004" y="43560"/>
                    <a:pt x="21780" y="43560"/>
                  </a:cubicBezTo>
                  <a:cubicBezTo>
                    <a:pt x="27557" y="43560"/>
                    <a:pt x="33096" y="41264"/>
                    <a:pt x="37181" y="37181"/>
                  </a:cubicBezTo>
                  <a:cubicBezTo>
                    <a:pt x="41265" y="33095"/>
                    <a:pt x="43559" y="27556"/>
                    <a:pt x="43559" y="21779"/>
                  </a:cubicBezTo>
                  <a:cubicBezTo>
                    <a:pt x="43559" y="16004"/>
                    <a:pt x="41265" y="10463"/>
                    <a:pt x="37181" y="6380"/>
                  </a:cubicBezTo>
                  <a:cubicBezTo>
                    <a:pt x="33096" y="2294"/>
                    <a:pt x="27557" y="0"/>
                    <a:pt x="21780" y="0"/>
                  </a:cubicBezTo>
                  <a:close/>
                </a:path>
              </a:pathLst>
            </a:custGeom>
            <a:noFill/>
            <a:ln w="28575" cap="flat" cmpd="sng">
              <a:solidFill>
                <a:srgbClr val="98131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28"/>
            <p:cNvSpPr/>
            <p:nvPr/>
          </p:nvSpPr>
          <p:spPr>
            <a:xfrm>
              <a:off x="3985525" y="1602850"/>
              <a:ext cx="670200" cy="670150"/>
            </a:xfrm>
            <a:custGeom>
              <a:avLst/>
              <a:gdLst/>
              <a:ahLst/>
              <a:cxnLst/>
              <a:rect l="l" t="t" r="r" b="b"/>
              <a:pathLst>
                <a:path w="26808" h="26806" extrusionOk="0">
                  <a:moveTo>
                    <a:pt x="13404" y="0"/>
                  </a:moveTo>
                  <a:cubicBezTo>
                    <a:pt x="9850" y="0"/>
                    <a:pt x="6439" y="1412"/>
                    <a:pt x="3926" y="3925"/>
                  </a:cubicBezTo>
                  <a:cubicBezTo>
                    <a:pt x="1413" y="6440"/>
                    <a:pt x="0" y="9848"/>
                    <a:pt x="0" y="13402"/>
                  </a:cubicBezTo>
                  <a:cubicBezTo>
                    <a:pt x="0" y="16958"/>
                    <a:pt x="1413" y="20367"/>
                    <a:pt x="3926" y="22880"/>
                  </a:cubicBezTo>
                  <a:cubicBezTo>
                    <a:pt x="6439" y="25393"/>
                    <a:pt x="9850" y="26806"/>
                    <a:pt x="13404" y="26806"/>
                  </a:cubicBezTo>
                  <a:cubicBezTo>
                    <a:pt x="16959" y="26806"/>
                    <a:pt x="20368" y="25393"/>
                    <a:pt x="22881" y="22880"/>
                  </a:cubicBezTo>
                  <a:cubicBezTo>
                    <a:pt x="25395" y="20367"/>
                    <a:pt x="26807" y="16958"/>
                    <a:pt x="26807" y="13402"/>
                  </a:cubicBezTo>
                  <a:cubicBezTo>
                    <a:pt x="26807" y="9848"/>
                    <a:pt x="25395" y="6440"/>
                    <a:pt x="22881" y="3925"/>
                  </a:cubicBezTo>
                  <a:cubicBezTo>
                    <a:pt x="20368" y="1412"/>
                    <a:pt x="16959" y="0"/>
                    <a:pt x="13404" y="0"/>
                  </a:cubicBezTo>
                  <a:close/>
                </a:path>
              </a:pathLst>
            </a:custGeom>
            <a:noFill/>
            <a:ln w="28575" cap="flat" cmpd="sng">
              <a:solidFill>
                <a:srgbClr val="98131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Subtitle 4">
            <a:extLst>
              <a:ext uri="{FF2B5EF4-FFF2-40B4-BE49-F238E27FC236}">
                <a16:creationId xmlns:a16="http://schemas.microsoft.com/office/drawing/2014/main" id="{8419A034-C476-FE9D-880B-863B979DFE50}"/>
              </a:ext>
            </a:extLst>
          </p:cNvPr>
          <p:cNvSpPr>
            <a:spLocks noGrp="1"/>
          </p:cNvSpPr>
          <p:nvPr>
            <p:ph type="subTitle" idx="8"/>
          </p:nvPr>
        </p:nvSpPr>
        <p:spPr>
          <a:xfrm>
            <a:off x="571701" y="2838359"/>
            <a:ext cx="2187898" cy="461400"/>
          </a:xfrm>
        </p:spPr>
        <p:txBody>
          <a:bodyPr/>
          <a:lstStyle/>
          <a:p>
            <a:r>
              <a:rPr lang="en-US" dirty="0"/>
              <a:t>Analysis Result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rgbClr val="F8A79A"/>
          </a:fgClr>
          <a:bgClr>
            <a:srgbClr val="F8A79A"/>
          </a:bgClr>
        </a:patt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9"/>
          <p:cNvSpPr txBox="1">
            <a:spLocks noGrp="1"/>
          </p:cNvSpPr>
          <p:nvPr>
            <p:ph type="title"/>
          </p:nvPr>
        </p:nvSpPr>
        <p:spPr>
          <a:xfrm>
            <a:off x="715100" y="3588500"/>
            <a:ext cx="4963800" cy="10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175" name="Google Shape;175;p29"/>
          <p:cNvSpPr txBox="1">
            <a:spLocks noGrp="1"/>
          </p:cNvSpPr>
          <p:nvPr>
            <p:ph type="title" idx="2"/>
          </p:nvPr>
        </p:nvSpPr>
        <p:spPr>
          <a:xfrm>
            <a:off x="7134775" y="3588500"/>
            <a:ext cx="1294200" cy="10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78" name="Google Shape;178;p29"/>
          <p:cNvSpPr/>
          <p:nvPr/>
        </p:nvSpPr>
        <p:spPr>
          <a:xfrm rot="10800000">
            <a:off x="-228593" y="1178546"/>
            <a:ext cx="1330200" cy="1330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9" name="Google Shape;179;p29"/>
          <p:cNvGrpSpPr/>
          <p:nvPr/>
        </p:nvGrpSpPr>
        <p:grpSpPr>
          <a:xfrm rot="-10799782">
            <a:off x="392125" y="535056"/>
            <a:ext cx="1717314" cy="1717571"/>
            <a:chOff x="3776125" y="1393425"/>
            <a:chExt cx="1088975" cy="1089000"/>
          </a:xfrm>
        </p:grpSpPr>
        <p:sp>
          <p:nvSpPr>
            <p:cNvPr id="180" name="Google Shape;180;p29"/>
            <p:cNvSpPr/>
            <p:nvPr/>
          </p:nvSpPr>
          <p:spPr>
            <a:xfrm>
              <a:off x="3776125" y="1393425"/>
              <a:ext cx="1088975" cy="1089000"/>
            </a:xfrm>
            <a:custGeom>
              <a:avLst/>
              <a:gdLst/>
              <a:ahLst/>
              <a:cxnLst/>
              <a:rect l="l" t="t" r="r" b="b"/>
              <a:pathLst>
                <a:path w="43559" h="43560" extrusionOk="0">
                  <a:moveTo>
                    <a:pt x="21780" y="0"/>
                  </a:moveTo>
                  <a:cubicBezTo>
                    <a:pt x="16004" y="0"/>
                    <a:pt x="10464" y="2294"/>
                    <a:pt x="6380" y="6380"/>
                  </a:cubicBezTo>
                  <a:cubicBezTo>
                    <a:pt x="2295" y="10463"/>
                    <a:pt x="1" y="16004"/>
                    <a:pt x="1" y="21779"/>
                  </a:cubicBezTo>
                  <a:cubicBezTo>
                    <a:pt x="1" y="27556"/>
                    <a:pt x="2295" y="33095"/>
                    <a:pt x="6380" y="37181"/>
                  </a:cubicBezTo>
                  <a:cubicBezTo>
                    <a:pt x="10464" y="41264"/>
                    <a:pt x="16004" y="43560"/>
                    <a:pt x="21780" y="43560"/>
                  </a:cubicBezTo>
                  <a:cubicBezTo>
                    <a:pt x="27557" y="43560"/>
                    <a:pt x="33096" y="41264"/>
                    <a:pt x="37181" y="37181"/>
                  </a:cubicBezTo>
                  <a:cubicBezTo>
                    <a:pt x="41265" y="33095"/>
                    <a:pt x="43559" y="27556"/>
                    <a:pt x="43559" y="21779"/>
                  </a:cubicBezTo>
                  <a:cubicBezTo>
                    <a:pt x="43559" y="16004"/>
                    <a:pt x="41265" y="10463"/>
                    <a:pt x="37181" y="6380"/>
                  </a:cubicBezTo>
                  <a:cubicBezTo>
                    <a:pt x="33096" y="2294"/>
                    <a:pt x="27557" y="0"/>
                    <a:pt x="21780" y="0"/>
                  </a:cubicBezTo>
                  <a:close/>
                </a:path>
              </a:pathLst>
            </a:custGeom>
            <a:noFill/>
            <a:ln w="28575" cap="flat" cmpd="sng">
              <a:solidFill>
                <a:srgbClr val="98131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29"/>
            <p:cNvSpPr/>
            <p:nvPr/>
          </p:nvSpPr>
          <p:spPr>
            <a:xfrm>
              <a:off x="3985525" y="1602850"/>
              <a:ext cx="670200" cy="670150"/>
            </a:xfrm>
            <a:custGeom>
              <a:avLst/>
              <a:gdLst/>
              <a:ahLst/>
              <a:cxnLst/>
              <a:rect l="l" t="t" r="r" b="b"/>
              <a:pathLst>
                <a:path w="26808" h="26806" extrusionOk="0">
                  <a:moveTo>
                    <a:pt x="13404" y="0"/>
                  </a:moveTo>
                  <a:cubicBezTo>
                    <a:pt x="9850" y="0"/>
                    <a:pt x="6439" y="1412"/>
                    <a:pt x="3926" y="3925"/>
                  </a:cubicBezTo>
                  <a:cubicBezTo>
                    <a:pt x="1413" y="6440"/>
                    <a:pt x="0" y="9848"/>
                    <a:pt x="0" y="13402"/>
                  </a:cubicBezTo>
                  <a:cubicBezTo>
                    <a:pt x="0" y="16958"/>
                    <a:pt x="1413" y="20367"/>
                    <a:pt x="3926" y="22880"/>
                  </a:cubicBezTo>
                  <a:cubicBezTo>
                    <a:pt x="6439" y="25393"/>
                    <a:pt x="9850" y="26806"/>
                    <a:pt x="13404" y="26806"/>
                  </a:cubicBezTo>
                  <a:cubicBezTo>
                    <a:pt x="16959" y="26806"/>
                    <a:pt x="20368" y="25393"/>
                    <a:pt x="22881" y="22880"/>
                  </a:cubicBezTo>
                  <a:cubicBezTo>
                    <a:pt x="25395" y="20367"/>
                    <a:pt x="26807" y="16958"/>
                    <a:pt x="26807" y="13402"/>
                  </a:cubicBezTo>
                  <a:cubicBezTo>
                    <a:pt x="26807" y="9848"/>
                    <a:pt x="25395" y="6440"/>
                    <a:pt x="22881" y="3925"/>
                  </a:cubicBezTo>
                  <a:cubicBezTo>
                    <a:pt x="20368" y="1412"/>
                    <a:pt x="16959" y="0"/>
                    <a:pt x="13404" y="0"/>
                  </a:cubicBezTo>
                  <a:close/>
                </a:path>
              </a:pathLst>
            </a:custGeom>
            <a:noFill/>
            <a:ln w="28575" cap="flat" cmpd="sng">
              <a:solidFill>
                <a:srgbClr val="98131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3660845-58F1-9364-AFD4-BF0C4EC0FDD7}"/>
              </a:ext>
            </a:extLst>
          </p:cNvPr>
          <p:cNvSpPr txBox="1"/>
          <p:nvPr/>
        </p:nvSpPr>
        <p:spPr>
          <a:xfrm>
            <a:off x="454308" y="371147"/>
            <a:ext cx="474800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/>
            <a:r>
              <a:rPr lang="en-US" sz="2000" dirty="0">
                <a:latin typeface="Sitka Subheading" pitchFamily="2" charset="0"/>
              </a:rPr>
              <a:t>Human Resources (HR) is the backbone of any organization, responsible for managing the most valuable asset: its people. HR encompasses recruitment, onboarding, training, and development, ensuring employees are well-equipped and motivated. It also handles employee relations, benefits, and compliance with labor laws. HR plays a crucial role in achieving organizational goals by fostering a positive work environment. Ultimately, HR aims to create a productive and engaged workforce that drives company success.</a:t>
            </a:r>
            <a:endParaRPr lang="en-US" sz="2000" dirty="0"/>
          </a:p>
        </p:txBody>
      </p:sp>
      <p:pic>
        <p:nvPicPr>
          <p:cNvPr id="3" name="Picture 2" descr="A finger pointing at a graph&#10;&#10;Description automatically generated">
            <a:extLst>
              <a:ext uri="{FF2B5EF4-FFF2-40B4-BE49-F238E27FC236}">
                <a16:creationId xmlns:a16="http://schemas.microsoft.com/office/drawing/2014/main" id="{5C6066AE-7C08-A86A-6CF6-E5082A2C87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6097" y="-92437"/>
            <a:ext cx="3417903" cy="5235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7436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rgbClr val="F8A79A"/>
          </a:fgClr>
          <a:bgClr>
            <a:srgbClr val="F8A79A"/>
          </a:bgClr>
        </a:patt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9"/>
          <p:cNvSpPr txBox="1">
            <a:spLocks noGrp="1"/>
          </p:cNvSpPr>
          <p:nvPr>
            <p:ph type="title" idx="2"/>
          </p:nvPr>
        </p:nvSpPr>
        <p:spPr>
          <a:xfrm>
            <a:off x="7134775" y="3588500"/>
            <a:ext cx="1294200" cy="10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178" name="Google Shape;178;p29"/>
          <p:cNvSpPr/>
          <p:nvPr/>
        </p:nvSpPr>
        <p:spPr>
          <a:xfrm rot="10800000">
            <a:off x="-228593" y="1178546"/>
            <a:ext cx="1330200" cy="1330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9" name="Google Shape;179;p29"/>
          <p:cNvGrpSpPr/>
          <p:nvPr/>
        </p:nvGrpSpPr>
        <p:grpSpPr>
          <a:xfrm rot="-10799782">
            <a:off x="392125" y="535056"/>
            <a:ext cx="1717314" cy="1717571"/>
            <a:chOff x="3776125" y="1393425"/>
            <a:chExt cx="1088975" cy="1089000"/>
          </a:xfrm>
        </p:grpSpPr>
        <p:sp>
          <p:nvSpPr>
            <p:cNvPr id="180" name="Google Shape;180;p29"/>
            <p:cNvSpPr/>
            <p:nvPr/>
          </p:nvSpPr>
          <p:spPr>
            <a:xfrm>
              <a:off x="3776125" y="1393425"/>
              <a:ext cx="1088975" cy="1089000"/>
            </a:xfrm>
            <a:custGeom>
              <a:avLst/>
              <a:gdLst/>
              <a:ahLst/>
              <a:cxnLst/>
              <a:rect l="l" t="t" r="r" b="b"/>
              <a:pathLst>
                <a:path w="43559" h="43560" extrusionOk="0">
                  <a:moveTo>
                    <a:pt x="21780" y="0"/>
                  </a:moveTo>
                  <a:cubicBezTo>
                    <a:pt x="16004" y="0"/>
                    <a:pt x="10464" y="2294"/>
                    <a:pt x="6380" y="6380"/>
                  </a:cubicBezTo>
                  <a:cubicBezTo>
                    <a:pt x="2295" y="10463"/>
                    <a:pt x="1" y="16004"/>
                    <a:pt x="1" y="21779"/>
                  </a:cubicBezTo>
                  <a:cubicBezTo>
                    <a:pt x="1" y="27556"/>
                    <a:pt x="2295" y="33095"/>
                    <a:pt x="6380" y="37181"/>
                  </a:cubicBezTo>
                  <a:cubicBezTo>
                    <a:pt x="10464" y="41264"/>
                    <a:pt x="16004" y="43560"/>
                    <a:pt x="21780" y="43560"/>
                  </a:cubicBezTo>
                  <a:cubicBezTo>
                    <a:pt x="27557" y="43560"/>
                    <a:pt x="33096" y="41264"/>
                    <a:pt x="37181" y="37181"/>
                  </a:cubicBezTo>
                  <a:cubicBezTo>
                    <a:pt x="41265" y="33095"/>
                    <a:pt x="43559" y="27556"/>
                    <a:pt x="43559" y="21779"/>
                  </a:cubicBezTo>
                  <a:cubicBezTo>
                    <a:pt x="43559" y="16004"/>
                    <a:pt x="41265" y="10463"/>
                    <a:pt x="37181" y="6380"/>
                  </a:cubicBezTo>
                  <a:cubicBezTo>
                    <a:pt x="33096" y="2294"/>
                    <a:pt x="27557" y="0"/>
                    <a:pt x="21780" y="0"/>
                  </a:cubicBezTo>
                  <a:close/>
                </a:path>
              </a:pathLst>
            </a:custGeom>
            <a:noFill/>
            <a:ln w="28575" cap="flat" cmpd="sng">
              <a:solidFill>
                <a:srgbClr val="98131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29"/>
            <p:cNvSpPr/>
            <p:nvPr/>
          </p:nvSpPr>
          <p:spPr>
            <a:xfrm>
              <a:off x="3985525" y="1602850"/>
              <a:ext cx="670200" cy="670150"/>
            </a:xfrm>
            <a:custGeom>
              <a:avLst/>
              <a:gdLst/>
              <a:ahLst/>
              <a:cxnLst/>
              <a:rect l="l" t="t" r="r" b="b"/>
              <a:pathLst>
                <a:path w="26808" h="26806" extrusionOk="0">
                  <a:moveTo>
                    <a:pt x="13404" y="0"/>
                  </a:moveTo>
                  <a:cubicBezTo>
                    <a:pt x="9850" y="0"/>
                    <a:pt x="6439" y="1412"/>
                    <a:pt x="3926" y="3925"/>
                  </a:cubicBezTo>
                  <a:cubicBezTo>
                    <a:pt x="1413" y="6440"/>
                    <a:pt x="0" y="9848"/>
                    <a:pt x="0" y="13402"/>
                  </a:cubicBezTo>
                  <a:cubicBezTo>
                    <a:pt x="0" y="16958"/>
                    <a:pt x="1413" y="20367"/>
                    <a:pt x="3926" y="22880"/>
                  </a:cubicBezTo>
                  <a:cubicBezTo>
                    <a:pt x="6439" y="25393"/>
                    <a:pt x="9850" y="26806"/>
                    <a:pt x="13404" y="26806"/>
                  </a:cubicBezTo>
                  <a:cubicBezTo>
                    <a:pt x="16959" y="26806"/>
                    <a:pt x="20368" y="25393"/>
                    <a:pt x="22881" y="22880"/>
                  </a:cubicBezTo>
                  <a:cubicBezTo>
                    <a:pt x="25395" y="20367"/>
                    <a:pt x="26807" y="16958"/>
                    <a:pt x="26807" y="13402"/>
                  </a:cubicBezTo>
                  <a:cubicBezTo>
                    <a:pt x="26807" y="9848"/>
                    <a:pt x="25395" y="6440"/>
                    <a:pt x="22881" y="3925"/>
                  </a:cubicBezTo>
                  <a:cubicBezTo>
                    <a:pt x="20368" y="1412"/>
                    <a:pt x="16959" y="0"/>
                    <a:pt x="13404" y="0"/>
                  </a:cubicBezTo>
                  <a:close/>
                </a:path>
              </a:pathLst>
            </a:custGeom>
            <a:noFill/>
            <a:ln w="28575" cap="flat" cmpd="sng">
              <a:solidFill>
                <a:srgbClr val="98131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" name="Google Shape;174;p29">
            <a:extLst>
              <a:ext uri="{FF2B5EF4-FFF2-40B4-BE49-F238E27FC236}">
                <a16:creationId xmlns:a16="http://schemas.microsoft.com/office/drawing/2014/main" id="{2AD69987-3D44-DA69-9B7B-2FFFD3C1A7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5100" y="3100224"/>
            <a:ext cx="6342648" cy="10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Problem </a:t>
            </a:r>
            <a:r>
              <a:rPr lang="en-US" dirty="0" err="1"/>
              <a:t>Statemaent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807310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4CE9B703-F2D4-9FE9-4879-B36486BBE410}"/>
              </a:ext>
            </a:extLst>
          </p:cNvPr>
          <p:cNvSpPr txBox="1"/>
          <p:nvPr/>
        </p:nvSpPr>
        <p:spPr>
          <a:xfrm>
            <a:off x="1249531" y="958447"/>
            <a:ext cx="6349753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Low"/>
            <a:r>
              <a:rPr lang="en-US" sz="2000" dirty="0">
                <a:latin typeface="Sitka Subheading" pitchFamily="2" charset="0"/>
              </a:rPr>
              <a:t>Modern companies deal with extensive data, including crucial human resource information. HR departments face challenges in analyzing this data effectively to improve decision-making and presenting insights in a clear, understandable manner. Visual aids like hierarchy charts are essential for simplifying complex organizational structures, but due to limited data, creating these charts was not feasible.</a:t>
            </a:r>
          </a:p>
        </p:txBody>
      </p:sp>
      <p:sp>
        <p:nvSpPr>
          <p:cNvPr id="2" name="Google Shape;382;p42">
            <a:extLst>
              <a:ext uri="{FF2B5EF4-FFF2-40B4-BE49-F238E27FC236}">
                <a16:creationId xmlns:a16="http://schemas.microsoft.com/office/drawing/2014/main" id="{FD1219C3-97F4-99EA-D79A-36F3ED74E8E5}"/>
              </a:ext>
            </a:extLst>
          </p:cNvPr>
          <p:cNvSpPr/>
          <p:nvPr/>
        </p:nvSpPr>
        <p:spPr>
          <a:xfrm rot="3600017">
            <a:off x="-14220" y="3497132"/>
            <a:ext cx="1330211" cy="1330211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" name="Google Shape;383;p42">
            <a:extLst>
              <a:ext uri="{FF2B5EF4-FFF2-40B4-BE49-F238E27FC236}">
                <a16:creationId xmlns:a16="http://schemas.microsoft.com/office/drawing/2014/main" id="{7EBB64CA-EEA3-E7BC-29C2-DB913C998154}"/>
              </a:ext>
            </a:extLst>
          </p:cNvPr>
          <p:cNvGrpSpPr/>
          <p:nvPr/>
        </p:nvGrpSpPr>
        <p:grpSpPr>
          <a:xfrm rot="3600274">
            <a:off x="-1004327" y="2823332"/>
            <a:ext cx="1717333" cy="1717481"/>
            <a:chOff x="3776125" y="1393425"/>
            <a:chExt cx="1088975" cy="1089000"/>
          </a:xfrm>
        </p:grpSpPr>
        <p:sp>
          <p:nvSpPr>
            <p:cNvPr id="4" name="Google Shape;384;p42">
              <a:extLst>
                <a:ext uri="{FF2B5EF4-FFF2-40B4-BE49-F238E27FC236}">
                  <a16:creationId xmlns:a16="http://schemas.microsoft.com/office/drawing/2014/main" id="{EDD01E15-DCF4-54FD-56FA-9490EA21ADB0}"/>
                </a:ext>
              </a:extLst>
            </p:cNvPr>
            <p:cNvSpPr/>
            <p:nvPr/>
          </p:nvSpPr>
          <p:spPr>
            <a:xfrm>
              <a:off x="3776125" y="1393425"/>
              <a:ext cx="1088975" cy="1089000"/>
            </a:xfrm>
            <a:custGeom>
              <a:avLst/>
              <a:gdLst/>
              <a:ahLst/>
              <a:cxnLst/>
              <a:rect l="l" t="t" r="r" b="b"/>
              <a:pathLst>
                <a:path w="43559" h="43560" extrusionOk="0">
                  <a:moveTo>
                    <a:pt x="21780" y="0"/>
                  </a:moveTo>
                  <a:cubicBezTo>
                    <a:pt x="16004" y="0"/>
                    <a:pt x="10464" y="2294"/>
                    <a:pt x="6380" y="6380"/>
                  </a:cubicBezTo>
                  <a:cubicBezTo>
                    <a:pt x="2295" y="10463"/>
                    <a:pt x="1" y="16004"/>
                    <a:pt x="1" y="21779"/>
                  </a:cubicBezTo>
                  <a:cubicBezTo>
                    <a:pt x="1" y="27556"/>
                    <a:pt x="2295" y="33095"/>
                    <a:pt x="6380" y="37181"/>
                  </a:cubicBezTo>
                  <a:cubicBezTo>
                    <a:pt x="10464" y="41264"/>
                    <a:pt x="16004" y="43560"/>
                    <a:pt x="21780" y="43560"/>
                  </a:cubicBezTo>
                  <a:cubicBezTo>
                    <a:pt x="27557" y="43560"/>
                    <a:pt x="33096" y="41264"/>
                    <a:pt x="37181" y="37181"/>
                  </a:cubicBezTo>
                  <a:cubicBezTo>
                    <a:pt x="41265" y="33095"/>
                    <a:pt x="43559" y="27556"/>
                    <a:pt x="43559" y="21779"/>
                  </a:cubicBezTo>
                  <a:cubicBezTo>
                    <a:pt x="43559" y="16004"/>
                    <a:pt x="41265" y="10463"/>
                    <a:pt x="37181" y="6380"/>
                  </a:cubicBezTo>
                  <a:cubicBezTo>
                    <a:pt x="33096" y="2294"/>
                    <a:pt x="27557" y="0"/>
                    <a:pt x="21780" y="0"/>
                  </a:cubicBezTo>
                  <a:close/>
                </a:path>
              </a:pathLst>
            </a:custGeom>
            <a:noFill/>
            <a:ln w="28575" cap="flat" cmpd="sng">
              <a:solidFill>
                <a:srgbClr val="98131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385;p42">
              <a:extLst>
                <a:ext uri="{FF2B5EF4-FFF2-40B4-BE49-F238E27FC236}">
                  <a16:creationId xmlns:a16="http://schemas.microsoft.com/office/drawing/2014/main" id="{C556F690-B341-B099-6BA5-0B4F84F5FBC9}"/>
                </a:ext>
              </a:extLst>
            </p:cNvPr>
            <p:cNvSpPr/>
            <p:nvPr/>
          </p:nvSpPr>
          <p:spPr>
            <a:xfrm>
              <a:off x="3985525" y="1602850"/>
              <a:ext cx="670200" cy="670150"/>
            </a:xfrm>
            <a:custGeom>
              <a:avLst/>
              <a:gdLst/>
              <a:ahLst/>
              <a:cxnLst/>
              <a:rect l="l" t="t" r="r" b="b"/>
              <a:pathLst>
                <a:path w="26808" h="26806" extrusionOk="0">
                  <a:moveTo>
                    <a:pt x="13404" y="0"/>
                  </a:moveTo>
                  <a:cubicBezTo>
                    <a:pt x="9850" y="0"/>
                    <a:pt x="6439" y="1412"/>
                    <a:pt x="3926" y="3925"/>
                  </a:cubicBezTo>
                  <a:cubicBezTo>
                    <a:pt x="1413" y="6440"/>
                    <a:pt x="0" y="9848"/>
                    <a:pt x="0" y="13402"/>
                  </a:cubicBezTo>
                  <a:cubicBezTo>
                    <a:pt x="0" y="16958"/>
                    <a:pt x="1413" y="20367"/>
                    <a:pt x="3926" y="22880"/>
                  </a:cubicBezTo>
                  <a:cubicBezTo>
                    <a:pt x="6439" y="25393"/>
                    <a:pt x="9850" y="26806"/>
                    <a:pt x="13404" y="26806"/>
                  </a:cubicBezTo>
                  <a:cubicBezTo>
                    <a:pt x="16959" y="26806"/>
                    <a:pt x="20368" y="25393"/>
                    <a:pt x="22881" y="22880"/>
                  </a:cubicBezTo>
                  <a:cubicBezTo>
                    <a:pt x="25395" y="20367"/>
                    <a:pt x="26807" y="16958"/>
                    <a:pt x="26807" y="13402"/>
                  </a:cubicBezTo>
                  <a:cubicBezTo>
                    <a:pt x="26807" y="9848"/>
                    <a:pt x="25395" y="6440"/>
                    <a:pt x="22881" y="3925"/>
                  </a:cubicBezTo>
                  <a:cubicBezTo>
                    <a:pt x="20368" y="1412"/>
                    <a:pt x="16959" y="0"/>
                    <a:pt x="13404" y="0"/>
                  </a:cubicBezTo>
                  <a:close/>
                </a:path>
              </a:pathLst>
            </a:custGeom>
            <a:noFill/>
            <a:ln w="28575" cap="flat" cmpd="sng">
              <a:solidFill>
                <a:srgbClr val="98131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" name="Google Shape;382;p42">
            <a:extLst>
              <a:ext uri="{FF2B5EF4-FFF2-40B4-BE49-F238E27FC236}">
                <a16:creationId xmlns:a16="http://schemas.microsoft.com/office/drawing/2014/main" id="{051C01EC-4E56-7B7C-54D8-5B1BC810CED8}"/>
              </a:ext>
            </a:extLst>
          </p:cNvPr>
          <p:cNvSpPr/>
          <p:nvPr/>
        </p:nvSpPr>
        <p:spPr>
          <a:xfrm rot="3600017">
            <a:off x="8218063" y="-241847"/>
            <a:ext cx="1330211" cy="1330211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" name="Google Shape;383;p42">
            <a:extLst>
              <a:ext uri="{FF2B5EF4-FFF2-40B4-BE49-F238E27FC236}">
                <a16:creationId xmlns:a16="http://schemas.microsoft.com/office/drawing/2014/main" id="{84E63585-2612-7A9E-4FB6-1E4425AC0E89}"/>
              </a:ext>
            </a:extLst>
          </p:cNvPr>
          <p:cNvGrpSpPr/>
          <p:nvPr/>
        </p:nvGrpSpPr>
        <p:grpSpPr>
          <a:xfrm rot="3600274">
            <a:off x="7227956" y="-915647"/>
            <a:ext cx="1717333" cy="1717481"/>
            <a:chOff x="3776125" y="1393425"/>
            <a:chExt cx="1088975" cy="1089000"/>
          </a:xfrm>
        </p:grpSpPr>
        <p:sp>
          <p:nvSpPr>
            <p:cNvPr id="8" name="Google Shape;384;p42">
              <a:extLst>
                <a:ext uri="{FF2B5EF4-FFF2-40B4-BE49-F238E27FC236}">
                  <a16:creationId xmlns:a16="http://schemas.microsoft.com/office/drawing/2014/main" id="{C5F62635-8251-AC76-C7D1-1C94AD63DC74}"/>
                </a:ext>
              </a:extLst>
            </p:cNvPr>
            <p:cNvSpPr/>
            <p:nvPr/>
          </p:nvSpPr>
          <p:spPr>
            <a:xfrm>
              <a:off x="3776125" y="1393425"/>
              <a:ext cx="1088975" cy="1089000"/>
            </a:xfrm>
            <a:custGeom>
              <a:avLst/>
              <a:gdLst/>
              <a:ahLst/>
              <a:cxnLst/>
              <a:rect l="l" t="t" r="r" b="b"/>
              <a:pathLst>
                <a:path w="43559" h="43560" extrusionOk="0">
                  <a:moveTo>
                    <a:pt x="21780" y="0"/>
                  </a:moveTo>
                  <a:cubicBezTo>
                    <a:pt x="16004" y="0"/>
                    <a:pt x="10464" y="2294"/>
                    <a:pt x="6380" y="6380"/>
                  </a:cubicBezTo>
                  <a:cubicBezTo>
                    <a:pt x="2295" y="10463"/>
                    <a:pt x="1" y="16004"/>
                    <a:pt x="1" y="21779"/>
                  </a:cubicBezTo>
                  <a:cubicBezTo>
                    <a:pt x="1" y="27556"/>
                    <a:pt x="2295" y="33095"/>
                    <a:pt x="6380" y="37181"/>
                  </a:cubicBezTo>
                  <a:cubicBezTo>
                    <a:pt x="10464" y="41264"/>
                    <a:pt x="16004" y="43560"/>
                    <a:pt x="21780" y="43560"/>
                  </a:cubicBezTo>
                  <a:cubicBezTo>
                    <a:pt x="27557" y="43560"/>
                    <a:pt x="33096" y="41264"/>
                    <a:pt x="37181" y="37181"/>
                  </a:cubicBezTo>
                  <a:cubicBezTo>
                    <a:pt x="41265" y="33095"/>
                    <a:pt x="43559" y="27556"/>
                    <a:pt x="43559" y="21779"/>
                  </a:cubicBezTo>
                  <a:cubicBezTo>
                    <a:pt x="43559" y="16004"/>
                    <a:pt x="41265" y="10463"/>
                    <a:pt x="37181" y="6380"/>
                  </a:cubicBezTo>
                  <a:cubicBezTo>
                    <a:pt x="33096" y="2294"/>
                    <a:pt x="27557" y="0"/>
                    <a:pt x="21780" y="0"/>
                  </a:cubicBezTo>
                  <a:close/>
                </a:path>
              </a:pathLst>
            </a:custGeom>
            <a:noFill/>
            <a:ln w="28575" cap="flat" cmpd="sng">
              <a:solidFill>
                <a:srgbClr val="98131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385;p42">
              <a:extLst>
                <a:ext uri="{FF2B5EF4-FFF2-40B4-BE49-F238E27FC236}">
                  <a16:creationId xmlns:a16="http://schemas.microsoft.com/office/drawing/2014/main" id="{040BC9CD-41FC-4ECF-D141-5C26318C00FF}"/>
                </a:ext>
              </a:extLst>
            </p:cNvPr>
            <p:cNvSpPr/>
            <p:nvPr/>
          </p:nvSpPr>
          <p:spPr>
            <a:xfrm>
              <a:off x="3985525" y="1602850"/>
              <a:ext cx="670200" cy="670150"/>
            </a:xfrm>
            <a:custGeom>
              <a:avLst/>
              <a:gdLst/>
              <a:ahLst/>
              <a:cxnLst/>
              <a:rect l="l" t="t" r="r" b="b"/>
              <a:pathLst>
                <a:path w="26808" h="26806" extrusionOk="0">
                  <a:moveTo>
                    <a:pt x="13404" y="0"/>
                  </a:moveTo>
                  <a:cubicBezTo>
                    <a:pt x="9850" y="0"/>
                    <a:pt x="6439" y="1412"/>
                    <a:pt x="3926" y="3925"/>
                  </a:cubicBezTo>
                  <a:cubicBezTo>
                    <a:pt x="1413" y="6440"/>
                    <a:pt x="0" y="9848"/>
                    <a:pt x="0" y="13402"/>
                  </a:cubicBezTo>
                  <a:cubicBezTo>
                    <a:pt x="0" y="16958"/>
                    <a:pt x="1413" y="20367"/>
                    <a:pt x="3926" y="22880"/>
                  </a:cubicBezTo>
                  <a:cubicBezTo>
                    <a:pt x="6439" y="25393"/>
                    <a:pt x="9850" y="26806"/>
                    <a:pt x="13404" y="26806"/>
                  </a:cubicBezTo>
                  <a:cubicBezTo>
                    <a:pt x="16959" y="26806"/>
                    <a:pt x="20368" y="25393"/>
                    <a:pt x="22881" y="22880"/>
                  </a:cubicBezTo>
                  <a:cubicBezTo>
                    <a:pt x="25395" y="20367"/>
                    <a:pt x="26807" y="16958"/>
                    <a:pt x="26807" y="13402"/>
                  </a:cubicBezTo>
                  <a:cubicBezTo>
                    <a:pt x="26807" y="9848"/>
                    <a:pt x="25395" y="6440"/>
                    <a:pt x="22881" y="3925"/>
                  </a:cubicBezTo>
                  <a:cubicBezTo>
                    <a:pt x="20368" y="1412"/>
                    <a:pt x="16959" y="0"/>
                    <a:pt x="13404" y="0"/>
                  </a:cubicBezTo>
                  <a:close/>
                </a:path>
              </a:pathLst>
            </a:custGeom>
            <a:noFill/>
            <a:ln w="28575" cap="flat" cmpd="sng">
              <a:solidFill>
                <a:srgbClr val="98131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641355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rgbClr val="F8A79A"/>
          </a:fgClr>
          <a:bgClr>
            <a:srgbClr val="F8A79A"/>
          </a:bgClr>
        </a:patt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9"/>
          <p:cNvSpPr txBox="1">
            <a:spLocks noGrp="1"/>
          </p:cNvSpPr>
          <p:nvPr>
            <p:ph type="title" idx="2"/>
          </p:nvPr>
        </p:nvSpPr>
        <p:spPr>
          <a:xfrm>
            <a:off x="7134775" y="3588500"/>
            <a:ext cx="1294200" cy="10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178" name="Google Shape;178;p29"/>
          <p:cNvSpPr/>
          <p:nvPr/>
        </p:nvSpPr>
        <p:spPr>
          <a:xfrm rot="10800000">
            <a:off x="-228593" y="1178546"/>
            <a:ext cx="1330200" cy="1330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9" name="Google Shape;179;p29"/>
          <p:cNvGrpSpPr/>
          <p:nvPr/>
        </p:nvGrpSpPr>
        <p:grpSpPr>
          <a:xfrm rot="-10799782">
            <a:off x="392125" y="535056"/>
            <a:ext cx="1717314" cy="1717571"/>
            <a:chOff x="3776125" y="1393425"/>
            <a:chExt cx="1088975" cy="1089000"/>
          </a:xfrm>
        </p:grpSpPr>
        <p:sp>
          <p:nvSpPr>
            <p:cNvPr id="180" name="Google Shape;180;p29"/>
            <p:cNvSpPr/>
            <p:nvPr/>
          </p:nvSpPr>
          <p:spPr>
            <a:xfrm>
              <a:off x="3776125" y="1393425"/>
              <a:ext cx="1088975" cy="1089000"/>
            </a:xfrm>
            <a:custGeom>
              <a:avLst/>
              <a:gdLst/>
              <a:ahLst/>
              <a:cxnLst/>
              <a:rect l="l" t="t" r="r" b="b"/>
              <a:pathLst>
                <a:path w="43559" h="43560" extrusionOk="0">
                  <a:moveTo>
                    <a:pt x="21780" y="0"/>
                  </a:moveTo>
                  <a:cubicBezTo>
                    <a:pt x="16004" y="0"/>
                    <a:pt x="10464" y="2294"/>
                    <a:pt x="6380" y="6380"/>
                  </a:cubicBezTo>
                  <a:cubicBezTo>
                    <a:pt x="2295" y="10463"/>
                    <a:pt x="1" y="16004"/>
                    <a:pt x="1" y="21779"/>
                  </a:cubicBezTo>
                  <a:cubicBezTo>
                    <a:pt x="1" y="27556"/>
                    <a:pt x="2295" y="33095"/>
                    <a:pt x="6380" y="37181"/>
                  </a:cubicBezTo>
                  <a:cubicBezTo>
                    <a:pt x="10464" y="41264"/>
                    <a:pt x="16004" y="43560"/>
                    <a:pt x="21780" y="43560"/>
                  </a:cubicBezTo>
                  <a:cubicBezTo>
                    <a:pt x="27557" y="43560"/>
                    <a:pt x="33096" y="41264"/>
                    <a:pt x="37181" y="37181"/>
                  </a:cubicBezTo>
                  <a:cubicBezTo>
                    <a:pt x="41265" y="33095"/>
                    <a:pt x="43559" y="27556"/>
                    <a:pt x="43559" y="21779"/>
                  </a:cubicBezTo>
                  <a:cubicBezTo>
                    <a:pt x="43559" y="16004"/>
                    <a:pt x="41265" y="10463"/>
                    <a:pt x="37181" y="6380"/>
                  </a:cubicBezTo>
                  <a:cubicBezTo>
                    <a:pt x="33096" y="2294"/>
                    <a:pt x="27557" y="0"/>
                    <a:pt x="21780" y="0"/>
                  </a:cubicBezTo>
                  <a:close/>
                </a:path>
              </a:pathLst>
            </a:custGeom>
            <a:noFill/>
            <a:ln w="28575" cap="flat" cmpd="sng">
              <a:solidFill>
                <a:srgbClr val="98131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29"/>
            <p:cNvSpPr/>
            <p:nvPr/>
          </p:nvSpPr>
          <p:spPr>
            <a:xfrm>
              <a:off x="3985525" y="1602850"/>
              <a:ext cx="670200" cy="670150"/>
            </a:xfrm>
            <a:custGeom>
              <a:avLst/>
              <a:gdLst/>
              <a:ahLst/>
              <a:cxnLst/>
              <a:rect l="l" t="t" r="r" b="b"/>
              <a:pathLst>
                <a:path w="26808" h="26806" extrusionOk="0">
                  <a:moveTo>
                    <a:pt x="13404" y="0"/>
                  </a:moveTo>
                  <a:cubicBezTo>
                    <a:pt x="9850" y="0"/>
                    <a:pt x="6439" y="1412"/>
                    <a:pt x="3926" y="3925"/>
                  </a:cubicBezTo>
                  <a:cubicBezTo>
                    <a:pt x="1413" y="6440"/>
                    <a:pt x="0" y="9848"/>
                    <a:pt x="0" y="13402"/>
                  </a:cubicBezTo>
                  <a:cubicBezTo>
                    <a:pt x="0" y="16958"/>
                    <a:pt x="1413" y="20367"/>
                    <a:pt x="3926" y="22880"/>
                  </a:cubicBezTo>
                  <a:cubicBezTo>
                    <a:pt x="6439" y="25393"/>
                    <a:pt x="9850" y="26806"/>
                    <a:pt x="13404" y="26806"/>
                  </a:cubicBezTo>
                  <a:cubicBezTo>
                    <a:pt x="16959" y="26806"/>
                    <a:pt x="20368" y="25393"/>
                    <a:pt x="22881" y="22880"/>
                  </a:cubicBezTo>
                  <a:cubicBezTo>
                    <a:pt x="25395" y="20367"/>
                    <a:pt x="26807" y="16958"/>
                    <a:pt x="26807" y="13402"/>
                  </a:cubicBezTo>
                  <a:cubicBezTo>
                    <a:pt x="26807" y="9848"/>
                    <a:pt x="25395" y="6440"/>
                    <a:pt x="22881" y="3925"/>
                  </a:cubicBezTo>
                  <a:cubicBezTo>
                    <a:pt x="20368" y="1412"/>
                    <a:pt x="16959" y="0"/>
                    <a:pt x="13404" y="0"/>
                  </a:cubicBezTo>
                  <a:close/>
                </a:path>
              </a:pathLst>
            </a:custGeom>
            <a:noFill/>
            <a:ln w="28575" cap="flat" cmpd="sng">
              <a:solidFill>
                <a:srgbClr val="98131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" name="Google Shape;174;p29">
            <a:extLst>
              <a:ext uri="{FF2B5EF4-FFF2-40B4-BE49-F238E27FC236}">
                <a16:creationId xmlns:a16="http://schemas.microsoft.com/office/drawing/2014/main" id="{2AD69987-3D44-DA69-9B7B-2FFFD3C1A7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5100" y="3588500"/>
            <a:ext cx="4963800" cy="10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Challenges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302929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4CE9B703-F2D4-9FE9-4879-B36486BBE410}"/>
              </a:ext>
            </a:extLst>
          </p:cNvPr>
          <p:cNvSpPr txBox="1"/>
          <p:nvPr/>
        </p:nvSpPr>
        <p:spPr>
          <a:xfrm>
            <a:off x="1397123" y="1314695"/>
            <a:ext cx="634975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Low"/>
            <a:r>
              <a:rPr lang="en-US" sz="2000" dirty="0">
                <a:latin typeface="Sitka Subheading" pitchFamily="2" charset="0"/>
              </a:rPr>
              <a:t>We encountered a few challenges throughout this project, primarily due to time constraints and limited resources for a complex topic like human resources management. As a result, we were unable to create essential visual aids such as the hierarchy chart, which would have significantly improved project clarity.</a:t>
            </a:r>
          </a:p>
        </p:txBody>
      </p:sp>
      <p:sp>
        <p:nvSpPr>
          <p:cNvPr id="2" name="Google Shape;382;p42">
            <a:extLst>
              <a:ext uri="{FF2B5EF4-FFF2-40B4-BE49-F238E27FC236}">
                <a16:creationId xmlns:a16="http://schemas.microsoft.com/office/drawing/2014/main" id="{FD1219C3-97F4-99EA-D79A-36F3ED74E8E5}"/>
              </a:ext>
            </a:extLst>
          </p:cNvPr>
          <p:cNvSpPr/>
          <p:nvPr/>
        </p:nvSpPr>
        <p:spPr>
          <a:xfrm rot="3600017">
            <a:off x="-14220" y="3497132"/>
            <a:ext cx="1330211" cy="1330211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" name="Google Shape;383;p42">
            <a:extLst>
              <a:ext uri="{FF2B5EF4-FFF2-40B4-BE49-F238E27FC236}">
                <a16:creationId xmlns:a16="http://schemas.microsoft.com/office/drawing/2014/main" id="{7EBB64CA-EEA3-E7BC-29C2-DB913C998154}"/>
              </a:ext>
            </a:extLst>
          </p:cNvPr>
          <p:cNvGrpSpPr/>
          <p:nvPr/>
        </p:nvGrpSpPr>
        <p:grpSpPr>
          <a:xfrm rot="3600274">
            <a:off x="-1004327" y="2823332"/>
            <a:ext cx="1717333" cy="1717481"/>
            <a:chOff x="3776125" y="1393425"/>
            <a:chExt cx="1088975" cy="1089000"/>
          </a:xfrm>
        </p:grpSpPr>
        <p:sp>
          <p:nvSpPr>
            <p:cNvPr id="4" name="Google Shape;384;p42">
              <a:extLst>
                <a:ext uri="{FF2B5EF4-FFF2-40B4-BE49-F238E27FC236}">
                  <a16:creationId xmlns:a16="http://schemas.microsoft.com/office/drawing/2014/main" id="{EDD01E15-DCF4-54FD-56FA-9490EA21ADB0}"/>
                </a:ext>
              </a:extLst>
            </p:cNvPr>
            <p:cNvSpPr/>
            <p:nvPr/>
          </p:nvSpPr>
          <p:spPr>
            <a:xfrm>
              <a:off x="3776125" y="1393425"/>
              <a:ext cx="1088975" cy="1089000"/>
            </a:xfrm>
            <a:custGeom>
              <a:avLst/>
              <a:gdLst/>
              <a:ahLst/>
              <a:cxnLst/>
              <a:rect l="l" t="t" r="r" b="b"/>
              <a:pathLst>
                <a:path w="43559" h="43560" extrusionOk="0">
                  <a:moveTo>
                    <a:pt x="21780" y="0"/>
                  </a:moveTo>
                  <a:cubicBezTo>
                    <a:pt x="16004" y="0"/>
                    <a:pt x="10464" y="2294"/>
                    <a:pt x="6380" y="6380"/>
                  </a:cubicBezTo>
                  <a:cubicBezTo>
                    <a:pt x="2295" y="10463"/>
                    <a:pt x="1" y="16004"/>
                    <a:pt x="1" y="21779"/>
                  </a:cubicBezTo>
                  <a:cubicBezTo>
                    <a:pt x="1" y="27556"/>
                    <a:pt x="2295" y="33095"/>
                    <a:pt x="6380" y="37181"/>
                  </a:cubicBezTo>
                  <a:cubicBezTo>
                    <a:pt x="10464" y="41264"/>
                    <a:pt x="16004" y="43560"/>
                    <a:pt x="21780" y="43560"/>
                  </a:cubicBezTo>
                  <a:cubicBezTo>
                    <a:pt x="27557" y="43560"/>
                    <a:pt x="33096" y="41264"/>
                    <a:pt x="37181" y="37181"/>
                  </a:cubicBezTo>
                  <a:cubicBezTo>
                    <a:pt x="41265" y="33095"/>
                    <a:pt x="43559" y="27556"/>
                    <a:pt x="43559" y="21779"/>
                  </a:cubicBezTo>
                  <a:cubicBezTo>
                    <a:pt x="43559" y="16004"/>
                    <a:pt x="41265" y="10463"/>
                    <a:pt x="37181" y="6380"/>
                  </a:cubicBezTo>
                  <a:cubicBezTo>
                    <a:pt x="33096" y="2294"/>
                    <a:pt x="27557" y="0"/>
                    <a:pt x="21780" y="0"/>
                  </a:cubicBezTo>
                  <a:close/>
                </a:path>
              </a:pathLst>
            </a:custGeom>
            <a:noFill/>
            <a:ln w="28575" cap="flat" cmpd="sng">
              <a:solidFill>
                <a:srgbClr val="98131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385;p42">
              <a:extLst>
                <a:ext uri="{FF2B5EF4-FFF2-40B4-BE49-F238E27FC236}">
                  <a16:creationId xmlns:a16="http://schemas.microsoft.com/office/drawing/2014/main" id="{C556F690-B341-B099-6BA5-0B4F84F5FBC9}"/>
                </a:ext>
              </a:extLst>
            </p:cNvPr>
            <p:cNvSpPr/>
            <p:nvPr/>
          </p:nvSpPr>
          <p:spPr>
            <a:xfrm>
              <a:off x="3985525" y="1602850"/>
              <a:ext cx="670200" cy="670150"/>
            </a:xfrm>
            <a:custGeom>
              <a:avLst/>
              <a:gdLst/>
              <a:ahLst/>
              <a:cxnLst/>
              <a:rect l="l" t="t" r="r" b="b"/>
              <a:pathLst>
                <a:path w="26808" h="26806" extrusionOk="0">
                  <a:moveTo>
                    <a:pt x="13404" y="0"/>
                  </a:moveTo>
                  <a:cubicBezTo>
                    <a:pt x="9850" y="0"/>
                    <a:pt x="6439" y="1412"/>
                    <a:pt x="3926" y="3925"/>
                  </a:cubicBezTo>
                  <a:cubicBezTo>
                    <a:pt x="1413" y="6440"/>
                    <a:pt x="0" y="9848"/>
                    <a:pt x="0" y="13402"/>
                  </a:cubicBezTo>
                  <a:cubicBezTo>
                    <a:pt x="0" y="16958"/>
                    <a:pt x="1413" y="20367"/>
                    <a:pt x="3926" y="22880"/>
                  </a:cubicBezTo>
                  <a:cubicBezTo>
                    <a:pt x="6439" y="25393"/>
                    <a:pt x="9850" y="26806"/>
                    <a:pt x="13404" y="26806"/>
                  </a:cubicBezTo>
                  <a:cubicBezTo>
                    <a:pt x="16959" y="26806"/>
                    <a:pt x="20368" y="25393"/>
                    <a:pt x="22881" y="22880"/>
                  </a:cubicBezTo>
                  <a:cubicBezTo>
                    <a:pt x="25395" y="20367"/>
                    <a:pt x="26807" y="16958"/>
                    <a:pt x="26807" y="13402"/>
                  </a:cubicBezTo>
                  <a:cubicBezTo>
                    <a:pt x="26807" y="9848"/>
                    <a:pt x="25395" y="6440"/>
                    <a:pt x="22881" y="3925"/>
                  </a:cubicBezTo>
                  <a:cubicBezTo>
                    <a:pt x="20368" y="1412"/>
                    <a:pt x="16959" y="0"/>
                    <a:pt x="13404" y="0"/>
                  </a:cubicBezTo>
                  <a:close/>
                </a:path>
              </a:pathLst>
            </a:custGeom>
            <a:noFill/>
            <a:ln w="28575" cap="flat" cmpd="sng">
              <a:solidFill>
                <a:srgbClr val="98131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" name="Google Shape;382;p42">
            <a:extLst>
              <a:ext uri="{FF2B5EF4-FFF2-40B4-BE49-F238E27FC236}">
                <a16:creationId xmlns:a16="http://schemas.microsoft.com/office/drawing/2014/main" id="{051C01EC-4E56-7B7C-54D8-5B1BC810CED8}"/>
              </a:ext>
            </a:extLst>
          </p:cNvPr>
          <p:cNvSpPr/>
          <p:nvPr/>
        </p:nvSpPr>
        <p:spPr>
          <a:xfrm rot="3600017">
            <a:off x="8218063" y="-241847"/>
            <a:ext cx="1330211" cy="1330211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" name="Google Shape;383;p42">
            <a:extLst>
              <a:ext uri="{FF2B5EF4-FFF2-40B4-BE49-F238E27FC236}">
                <a16:creationId xmlns:a16="http://schemas.microsoft.com/office/drawing/2014/main" id="{84E63585-2612-7A9E-4FB6-1E4425AC0E89}"/>
              </a:ext>
            </a:extLst>
          </p:cNvPr>
          <p:cNvGrpSpPr/>
          <p:nvPr/>
        </p:nvGrpSpPr>
        <p:grpSpPr>
          <a:xfrm rot="3600274">
            <a:off x="7227956" y="-915647"/>
            <a:ext cx="1717333" cy="1717481"/>
            <a:chOff x="3776125" y="1393425"/>
            <a:chExt cx="1088975" cy="1089000"/>
          </a:xfrm>
        </p:grpSpPr>
        <p:sp>
          <p:nvSpPr>
            <p:cNvPr id="8" name="Google Shape;384;p42">
              <a:extLst>
                <a:ext uri="{FF2B5EF4-FFF2-40B4-BE49-F238E27FC236}">
                  <a16:creationId xmlns:a16="http://schemas.microsoft.com/office/drawing/2014/main" id="{C5F62635-8251-AC76-C7D1-1C94AD63DC74}"/>
                </a:ext>
              </a:extLst>
            </p:cNvPr>
            <p:cNvSpPr/>
            <p:nvPr/>
          </p:nvSpPr>
          <p:spPr>
            <a:xfrm>
              <a:off x="3776125" y="1393425"/>
              <a:ext cx="1088975" cy="1089000"/>
            </a:xfrm>
            <a:custGeom>
              <a:avLst/>
              <a:gdLst/>
              <a:ahLst/>
              <a:cxnLst/>
              <a:rect l="l" t="t" r="r" b="b"/>
              <a:pathLst>
                <a:path w="43559" h="43560" extrusionOk="0">
                  <a:moveTo>
                    <a:pt x="21780" y="0"/>
                  </a:moveTo>
                  <a:cubicBezTo>
                    <a:pt x="16004" y="0"/>
                    <a:pt x="10464" y="2294"/>
                    <a:pt x="6380" y="6380"/>
                  </a:cubicBezTo>
                  <a:cubicBezTo>
                    <a:pt x="2295" y="10463"/>
                    <a:pt x="1" y="16004"/>
                    <a:pt x="1" y="21779"/>
                  </a:cubicBezTo>
                  <a:cubicBezTo>
                    <a:pt x="1" y="27556"/>
                    <a:pt x="2295" y="33095"/>
                    <a:pt x="6380" y="37181"/>
                  </a:cubicBezTo>
                  <a:cubicBezTo>
                    <a:pt x="10464" y="41264"/>
                    <a:pt x="16004" y="43560"/>
                    <a:pt x="21780" y="43560"/>
                  </a:cubicBezTo>
                  <a:cubicBezTo>
                    <a:pt x="27557" y="43560"/>
                    <a:pt x="33096" y="41264"/>
                    <a:pt x="37181" y="37181"/>
                  </a:cubicBezTo>
                  <a:cubicBezTo>
                    <a:pt x="41265" y="33095"/>
                    <a:pt x="43559" y="27556"/>
                    <a:pt x="43559" y="21779"/>
                  </a:cubicBezTo>
                  <a:cubicBezTo>
                    <a:pt x="43559" y="16004"/>
                    <a:pt x="41265" y="10463"/>
                    <a:pt x="37181" y="6380"/>
                  </a:cubicBezTo>
                  <a:cubicBezTo>
                    <a:pt x="33096" y="2294"/>
                    <a:pt x="27557" y="0"/>
                    <a:pt x="21780" y="0"/>
                  </a:cubicBezTo>
                  <a:close/>
                </a:path>
              </a:pathLst>
            </a:custGeom>
            <a:noFill/>
            <a:ln w="28575" cap="flat" cmpd="sng">
              <a:solidFill>
                <a:srgbClr val="98131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385;p42">
              <a:extLst>
                <a:ext uri="{FF2B5EF4-FFF2-40B4-BE49-F238E27FC236}">
                  <a16:creationId xmlns:a16="http://schemas.microsoft.com/office/drawing/2014/main" id="{040BC9CD-41FC-4ECF-D141-5C26318C00FF}"/>
                </a:ext>
              </a:extLst>
            </p:cNvPr>
            <p:cNvSpPr/>
            <p:nvPr/>
          </p:nvSpPr>
          <p:spPr>
            <a:xfrm>
              <a:off x="3985525" y="1602850"/>
              <a:ext cx="670200" cy="670150"/>
            </a:xfrm>
            <a:custGeom>
              <a:avLst/>
              <a:gdLst/>
              <a:ahLst/>
              <a:cxnLst/>
              <a:rect l="l" t="t" r="r" b="b"/>
              <a:pathLst>
                <a:path w="26808" h="26806" extrusionOk="0">
                  <a:moveTo>
                    <a:pt x="13404" y="0"/>
                  </a:moveTo>
                  <a:cubicBezTo>
                    <a:pt x="9850" y="0"/>
                    <a:pt x="6439" y="1412"/>
                    <a:pt x="3926" y="3925"/>
                  </a:cubicBezTo>
                  <a:cubicBezTo>
                    <a:pt x="1413" y="6440"/>
                    <a:pt x="0" y="9848"/>
                    <a:pt x="0" y="13402"/>
                  </a:cubicBezTo>
                  <a:cubicBezTo>
                    <a:pt x="0" y="16958"/>
                    <a:pt x="1413" y="20367"/>
                    <a:pt x="3926" y="22880"/>
                  </a:cubicBezTo>
                  <a:cubicBezTo>
                    <a:pt x="6439" y="25393"/>
                    <a:pt x="9850" y="26806"/>
                    <a:pt x="13404" y="26806"/>
                  </a:cubicBezTo>
                  <a:cubicBezTo>
                    <a:pt x="16959" y="26806"/>
                    <a:pt x="20368" y="25393"/>
                    <a:pt x="22881" y="22880"/>
                  </a:cubicBezTo>
                  <a:cubicBezTo>
                    <a:pt x="25395" y="20367"/>
                    <a:pt x="26807" y="16958"/>
                    <a:pt x="26807" y="13402"/>
                  </a:cubicBezTo>
                  <a:cubicBezTo>
                    <a:pt x="26807" y="9848"/>
                    <a:pt x="25395" y="6440"/>
                    <a:pt x="22881" y="3925"/>
                  </a:cubicBezTo>
                  <a:cubicBezTo>
                    <a:pt x="20368" y="1412"/>
                    <a:pt x="16959" y="0"/>
                    <a:pt x="13404" y="0"/>
                  </a:cubicBezTo>
                  <a:close/>
                </a:path>
              </a:pathLst>
            </a:custGeom>
            <a:noFill/>
            <a:ln w="28575" cap="flat" cmpd="sng">
              <a:solidFill>
                <a:srgbClr val="98131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9851885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rgbClr val="F8A79A"/>
          </a:fgClr>
          <a:bgClr>
            <a:srgbClr val="F8A79A"/>
          </a:bgClr>
        </a:patt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9"/>
          <p:cNvSpPr txBox="1">
            <a:spLocks noGrp="1"/>
          </p:cNvSpPr>
          <p:nvPr>
            <p:ph type="title" idx="2"/>
          </p:nvPr>
        </p:nvSpPr>
        <p:spPr>
          <a:xfrm>
            <a:off x="7134775" y="3588500"/>
            <a:ext cx="1294200" cy="10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178" name="Google Shape;178;p29"/>
          <p:cNvSpPr/>
          <p:nvPr/>
        </p:nvSpPr>
        <p:spPr>
          <a:xfrm rot="10800000">
            <a:off x="-228593" y="1178546"/>
            <a:ext cx="1330200" cy="1330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9" name="Google Shape;179;p29"/>
          <p:cNvGrpSpPr/>
          <p:nvPr/>
        </p:nvGrpSpPr>
        <p:grpSpPr>
          <a:xfrm rot="-10799782">
            <a:off x="392125" y="535056"/>
            <a:ext cx="1717314" cy="1717571"/>
            <a:chOff x="3776125" y="1393425"/>
            <a:chExt cx="1088975" cy="1089000"/>
          </a:xfrm>
        </p:grpSpPr>
        <p:sp>
          <p:nvSpPr>
            <p:cNvPr id="180" name="Google Shape;180;p29"/>
            <p:cNvSpPr/>
            <p:nvPr/>
          </p:nvSpPr>
          <p:spPr>
            <a:xfrm>
              <a:off x="3776125" y="1393425"/>
              <a:ext cx="1088975" cy="1089000"/>
            </a:xfrm>
            <a:custGeom>
              <a:avLst/>
              <a:gdLst/>
              <a:ahLst/>
              <a:cxnLst/>
              <a:rect l="l" t="t" r="r" b="b"/>
              <a:pathLst>
                <a:path w="43559" h="43560" extrusionOk="0">
                  <a:moveTo>
                    <a:pt x="21780" y="0"/>
                  </a:moveTo>
                  <a:cubicBezTo>
                    <a:pt x="16004" y="0"/>
                    <a:pt x="10464" y="2294"/>
                    <a:pt x="6380" y="6380"/>
                  </a:cubicBezTo>
                  <a:cubicBezTo>
                    <a:pt x="2295" y="10463"/>
                    <a:pt x="1" y="16004"/>
                    <a:pt x="1" y="21779"/>
                  </a:cubicBezTo>
                  <a:cubicBezTo>
                    <a:pt x="1" y="27556"/>
                    <a:pt x="2295" y="33095"/>
                    <a:pt x="6380" y="37181"/>
                  </a:cubicBezTo>
                  <a:cubicBezTo>
                    <a:pt x="10464" y="41264"/>
                    <a:pt x="16004" y="43560"/>
                    <a:pt x="21780" y="43560"/>
                  </a:cubicBezTo>
                  <a:cubicBezTo>
                    <a:pt x="27557" y="43560"/>
                    <a:pt x="33096" y="41264"/>
                    <a:pt x="37181" y="37181"/>
                  </a:cubicBezTo>
                  <a:cubicBezTo>
                    <a:pt x="41265" y="33095"/>
                    <a:pt x="43559" y="27556"/>
                    <a:pt x="43559" y="21779"/>
                  </a:cubicBezTo>
                  <a:cubicBezTo>
                    <a:pt x="43559" y="16004"/>
                    <a:pt x="41265" y="10463"/>
                    <a:pt x="37181" y="6380"/>
                  </a:cubicBezTo>
                  <a:cubicBezTo>
                    <a:pt x="33096" y="2294"/>
                    <a:pt x="27557" y="0"/>
                    <a:pt x="21780" y="0"/>
                  </a:cubicBezTo>
                  <a:close/>
                </a:path>
              </a:pathLst>
            </a:custGeom>
            <a:noFill/>
            <a:ln w="28575" cap="flat" cmpd="sng">
              <a:solidFill>
                <a:srgbClr val="98131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29"/>
            <p:cNvSpPr/>
            <p:nvPr/>
          </p:nvSpPr>
          <p:spPr>
            <a:xfrm>
              <a:off x="3985525" y="1602850"/>
              <a:ext cx="670200" cy="670150"/>
            </a:xfrm>
            <a:custGeom>
              <a:avLst/>
              <a:gdLst/>
              <a:ahLst/>
              <a:cxnLst/>
              <a:rect l="l" t="t" r="r" b="b"/>
              <a:pathLst>
                <a:path w="26808" h="26806" extrusionOk="0">
                  <a:moveTo>
                    <a:pt x="13404" y="0"/>
                  </a:moveTo>
                  <a:cubicBezTo>
                    <a:pt x="9850" y="0"/>
                    <a:pt x="6439" y="1412"/>
                    <a:pt x="3926" y="3925"/>
                  </a:cubicBezTo>
                  <a:cubicBezTo>
                    <a:pt x="1413" y="6440"/>
                    <a:pt x="0" y="9848"/>
                    <a:pt x="0" y="13402"/>
                  </a:cubicBezTo>
                  <a:cubicBezTo>
                    <a:pt x="0" y="16958"/>
                    <a:pt x="1413" y="20367"/>
                    <a:pt x="3926" y="22880"/>
                  </a:cubicBezTo>
                  <a:cubicBezTo>
                    <a:pt x="6439" y="25393"/>
                    <a:pt x="9850" y="26806"/>
                    <a:pt x="13404" y="26806"/>
                  </a:cubicBezTo>
                  <a:cubicBezTo>
                    <a:pt x="16959" y="26806"/>
                    <a:pt x="20368" y="25393"/>
                    <a:pt x="22881" y="22880"/>
                  </a:cubicBezTo>
                  <a:cubicBezTo>
                    <a:pt x="25395" y="20367"/>
                    <a:pt x="26807" y="16958"/>
                    <a:pt x="26807" y="13402"/>
                  </a:cubicBezTo>
                  <a:cubicBezTo>
                    <a:pt x="26807" y="9848"/>
                    <a:pt x="25395" y="6440"/>
                    <a:pt x="22881" y="3925"/>
                  </a:cubicBezTo>
                  <a:cubicBezTo>
                    <a:pt x="20368" y="1412"/>
                    <a:pt x="16959" y="0"/>
                    <a:pt x="13404" y="0"/>
                  </a:cubicBezTo>
                  <a:close/>
                </a:path>
              </a:pathLst>
            </a:custGeom>
            <a:noFill/>
            <a:ln w="28575" cap="flat" cmpd="sng">
              <a:solidFill>
                <a:srgbClr val="98131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174;p29">
            <a:extLst>
              <a:ext uri="{FF2B5EF4-FFF2-40B4-BE49-F238E27FC236}">
                <a16:creationId xmlns:a16="http://schemas.microsoft.com/office/drawing/2014/main" id="{A6BB99B6-5C0E-5684-E9B2-540E60DB0600}"/>
              </a:ext>
            </a:extLst>
          </p:cNvPr>
          <p:cNvSpPr txBox="1">
            <a:spLocks/>
          </p:cNvSpPr>
          <p:nvPr/>
        </p:nvSpPr>
        <p:spPr>
          <a:xfrm>
            <a:off x="715099" y="3588500"/>
            <a:ext cx="5659067" cy="10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Epilogue SemiBold"/>
              <a:buNone/>
              <a:defRPr sz="5500" b="0" i="0" u="none" strike="noStrike" cap="none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Epilogue SemiBold"/>
              <a:buNone/>
              <a:defRPr sz="3600" b="0" i="0" u="none" strike="noStrike" cap="none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Epilogue SemiBold"/>
              <a:buNone/>
              <a:defRPr sz="3600" b="0" i="0" u="none" strike="noStrike" cap="none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Epilogue SemiBold"/>
              <a:buNone/>
              <a:defRPr sz="3600" b="0" i="0" u="none" strike="noStrike" cap="none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Epilogue SemiBold"/>
              <a:buNone/>
              <a:defRPr sz="3600" b="0" i="0" u="none" strike="noStrike" cap="none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Epilogue SemiBold"/>
              <a:buNone/>
              <a:defRPr sz="3600" b="0" i="0" u="none" strike="noStrike" cap="none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Epilogue SemiBold"/>
              <a:buNone/>
              <a:defRPr sz="3600" b="0" i="0" u="none" strike="noStrike" cap="none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Epilogue SemiBold"/>
              <a:buNone/>
              <a:defRPr sz="3600" b="0" i="0" u="none" strike="noStrike" cap="none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Epilogue SemiBold"/>
              <a:buNone/>
              <a:defRPr sz="3600" b="0" i="0" u="none" strike="noStrike" cap="none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9pPr>
          </a:lstStyle>
          <a:p>
            <a:r>
              <a:rPr lang="en-US" dirty="0"/>
              <a:t>Analysis Result</a:t>
            </a:r>
          </a:p>
        </p:txBody>
      </p:sp>
    </p:spTree>
    <p:extLst>
      <p:ext uri="{BB962C8B-B14F-4D97-AF65-F5344CB8AC3E}">
        <p14:creationId xmlns:p14="http://schemas.microsoft.com/office/powerpoint/2010/main" val="7109489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82;p42">
            <a:extLst>
              <a:ext uri="{FF2B5EF4-FFF2-40B4-BE49-F238E27FC236}">
                <a16:creationId xmlns:a16="http://schemas.microsoft.com/office/drawing/2014/main" id="{FD1219C3-97F4-99EA-D79A-36F3ED74E8E5}"/>
              </a:ext>
            </a:extLst>
          </p:cNvPr>
          <p:cNvSpPr/>
          <p:nvPr/>
        </p:nvSpPr>
        <p:spPr>
          <a:xfrm rot="3600017">
            <a:off x="-3058591" y="-695185"/>
            <a:ext cx="6189922" cy="6533869"/>
          </a:xfrm>
          <a:prstGeom prst="ellipse">
            <a:avLst/>
          </a:prstGeom>
          <a:solidFill>
            <a:srgbClr val="F8A79A"/>
          </a:solidFill>
          <a:ln>
            <a:solidFill>
              <a:srgbClr val="F8A79A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E9B703-F2D4-9FE9-4879-B36486BBE410}"/>
              </a:ext>
            </a:extLst>
          </p:cNvPr>
          <p:cNvSpPr txBox="1"/>
          <p:nvPr/>
        </p:nvSpPr>
        <p:spPr>
          <a:xfrm>
            <a:off x="36370" y="639992"/>
            <a:ext cx="3089429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Sitka Subheading" pitchFamily="2" charset="0"/>
              </a:rPr>
              <a:t>Visualizations Used:</a:t>
            </a:r>
          </a:p>
          <a:p>
            <a:pPr marL="342900" indent="-342900">
              <a:buFontTx/>
              <a:buChar char="-"/>
            </a:pPr>
            <a:r>
              <a:rPr lang="en-US" sz="2000" dirty="0">
                <a:latin typeface="Sitka Subheading" pitchFamily="2" charset="0"/>
              </a:rPr>
              <a:t>Pie Chart.</a:t>
            </a:r>
          </a:p>
          <a:p>
            <a:pPr marL="342900" indent="-342900">
              <a:buFontTx/>
              <a:buChar char="-"/>
            </a:pPr>
            <a:r>
              <a:rPr lang="en-US" sz="2000" dirty="0">
                <a:latin typeface="Sitka Subheading" pitchFamily="2" charset="0"/>
              </a:rPr>
              <a:t>Donut Chart.</a:t>
            </a:r>
          </a:p>
          <a:p>
            <a:pPr marL="342900" indent="-342900">
              <a:buFontTx/>
              <a:buChar char="-"/>
            </a:pPr>
            <a:r>
              <a:rPr lang="en-US" sz="2000" dirty="0">
                <a:latin typeface="Sitka Subheading" pitchFamily="2" charset="0"/>
              </a:rPr>
              <a:t>Cards.</a:t>
            </a:r>
          </a:p>
          <a:p>
            <a:pPr marL="342900" indent="-342900">
              <a:buFontTx/>
              <a:buChar char="-"/>
            </a:pPr>
            <a:r>
              <a:rPr lang="en-US" sz="2000" dirty="0">
                <a:latin typeface="Sitka Subheading" pitchFamily="2" charset="0"/>
              </a:rPr>
              <a:t>Slicer.</a:t>
            </a:r>
          </a:p>
          <a:p>
            <a:pPr marL="342900" indent="-342900">
              <a:buFontTx/>
              <a:buChar char="-"/>
            </a:pPr>
            <a:r>
              <a:rPr lang="en-US" sz="2000" dirty="0">
                <a:latin typeface="Sitka Subheading" pitchFamily="2" charset="0"/>
              </a:rPr>
              <a:t>Bar Chart.</a:t>
            </a:r>
          </a:p>
          <a:p>
            <a:pPr marL="342900" indent="-342900">
              <a:buFontTx/>
              <a:buChar char="-"/>
            </a:pPr>
            <a:r>
              <a:rPr lang="en-US" sz="2000" dirty="0">
                <a:latin typeface="Sitka Subheading" pitchFamily="2" charset="0"/>
              </a:rPr>
              <a:t>Guage Chart.</a:t>
            </a:r>
          </a:p>
          <a:p>
            <a:pPr marL="342900" indent="-342900">
              <a:buFontTx/>
              <a:buChar char="-"/>
            </a:pPr>
            <a:r>
              <a:rPr lang="en-US" sz="2000" dirty="0">
                <a:latin typeface="Sitka Subheading" pitchFamily="2" charset="0"/>
              </a:rPr>
              <a:t>Stacked Column Chart.</a:t>
            </a:r>
          </a:p>
          <a:p>
            <a:pPr marL="342900" indent="-342900">
              <a:buFontTx/>
              <a:buChar char="-"/>
            </a:pPr>
            <a:r>
              <a:rPr lang="en-US" sz="2000" dirty="0">
                <a:latin typeface="Sitka Subheading" pitchFamily="2" charset="0"/>
              </a:rPr>
              <a:t>Table.</a:t>
            </a:r>
          </a:p>
          <a:p>
            <a:pPr marL="342900" indent="-342900">
              <a:buFontTx/>
              <a:buChar char="-"/>
            </a:pPr>
            <a:r>
              <a:rPr lang="en-US" sz="2000" dirty="0">
                <a:latin typeface="Sitka Subheading" pitchFamily="2" charset="0"/>
              </a:rPr>
              <a:t>Funnel Chart.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D057B30-514E-0DA8-7E4A-621BCFCC25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4574" y="763480"/>
            <a:ext cx="5614760" cy="3170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3683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E7A44CA-E621-ECB3-AC28-D05D8E91FA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948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4AD462A-4687-0690-67D5-3E105362F5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7489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745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0B0BE2E-31AD-6232-2E49-750D5F15C4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4394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rgbClr val="F8A79A"/>
          </a:fgClr>
          <a:bgClr>
            <a:srgbClr val="F8A79A"/>
          </a:bgClr>
        </a:patt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9"/>
          <p:cNvSpPr txBox="1">
            <a:spLocks noGrp="1"/>
          </p:cNvSpPr>
          <p:nvPr>
            <p:ph type="title" idx="2"/>
          </p:nvPr>
        </p:nvSpPr>
        <p:spPr>
          <a:xfrm>
            <a:off x="7134775" y="3588500"/>
            <a:ext cx="1294200" cy="10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178" name="Google Shape;178;p29"/>
          <p:cNvSpPr/>
          <p:nvPr/>
        </p:nvSpPr>
        <p:spPr>
          <a:xfrm rot="10800000">
            <a:off x="-228593" y="1178546"/>
            <a:ext cx="1330200" cy="1330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9" name="Google Shape;179;p29"/>
          <p:cNvGrpSpPr/>
          <p:nvPr/>
        </p:nvGrpSpPr>
        <p:grpSpPr>
          <a:xfrm rot="-10799782">
            <a:off x="392125" y="535056"/>
            <a:ext cx="1717314" cy="1717571"/>
            <a:chOff x="3776125" y="1393425"/>
            <a:chExt cx="1088975" cy="1089000"/>
          </a:xfrm>
        </p:grpSpPr>
        <p:sp>
          <p:nvSpPr>
            <p:cNvPr id="180" name="Google Shape;180;p29"/>
            <p:cNvSpPr/>
            <p:nvPr/>
          </p:nvSpPr>
          <p:spPr>
            <a:xfrm>
              <a:off x="3776125" y="1393425"/>
              <a:ext cx="1088975" cy="1089000"/>
            </a:xfrm>
            <a:custGeom>
              <a:avLst/>
              <a:gdLst/>
              <a:ahLst/>
              <a:cxnLst/>
              <a:rect l="l" t="t" r="r" b="b"/>
              <a:pathLst>
                <a:path w="43559" h="43560" extrusionOk="0">
                  <a:moveTo>
                    <a:pt x="21780" y="0"/>
                  </a:moveTo>
                  <a:cubicBezTo>
                    <a:pt x="16004" y="0"/>
                    <a:pt x="10464" y="2294"/>
                    <a:pt x="6380" y="6380"/>
                  </a:cubicBezTo>
                  <a:cubicBezTo>
                    <a:pt x="2295" y="10463"/>
                    <a:pt x="1" y="16004"/>
                    <a:pt x="1" y="21779"/>
                  </a:cubicBezTo>
                  <a:cubicBezTo>
                    <a:pt x="1" y="27556"/>
                    <a:pt x="2295" y="33095"/>
                    <a:pt x="6380" y="37181"/>
                  </a:cubicBezTo>
                  <a:cubicBezTo>
                    <a:pt x="10464" y="41264"/>
                    <a:pt x="16004" y="43560"/>
                    <a:pt x="21780" y="43560"/>
                  </a:cubicBezTo>
                  <a:cubicBezTo>
                    <a:pt x="27557" y="43560"/>
                    <a:pt x="33096" y="41264"/>
                    <a:pt x="37181" y="37181"/>
                  </a:cubicBezTo>
                  <a:cubicBezTo>
                    <a:pt x="41265" y="33095"/>
                    <a:pt x="43559" y="27556"/>
                    <a:pt x="43559" y="21779"/>
                  </a:cubicBezTo>
                  <a:cubicBezTo>
                    <a:pt x="43559" y="16004"/>
                    <a:pt x="41265" y="10463"/>
                    <a:pt x="37181" y="6380"/>
                  </a:cubicBezTo>
                  <a:cubicBezTo>
                    <a:pt x="33096" y="2294"/>
                    <a:pt x="27557" y="0"/>
                    <a:pt x="21780" y="0"/>
                  </a:cubicBezTo>
                  <a:close/>
                </a:path>
              </a:pathLst>
            </a:custGeom>
            <a:noFill/>
            <a:ln w="28575" cap="flat" cmpd="sng">
              <a:solidFill>
                <a:srgbClr val="98131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29"/>
            <p:cNvSpPr/>
            <p:nvPr/>
          </p:nvSpPr>
          <p:spPr>
            <a:xfrm>
              <a:off x="3985525" y="1602850"/>
              <a:ext cx="670200" cy="670150"/>
            </a:xfrm>
            <a:custGeom>
              <a:avLst/>
              <a:gdLst/>
              <a:ahLst/>
              <a:cxnLst/>
              <a:rect l="l" t="t" r="r" b="b"/>
              <a:pathLst>
                <a:path w="26808" h="26806" extrusionOk="0">
                  <a:moveTo>
                    <a:pt x="13404" y="0"/>
                  </a:moveTo>
                  <a:cubicBezTo>
                    <a:pt x="9850" y="0"/>
                    <a:pt x="6439" y="1412"/>
                    <a:pt x="3926" y="3925"/>
                  </a:cubicBezTo>
                  <a:cubicBezTo>
                    <a:pt x="1413" y="6440"/>
                    <a:pt x="0" y="9848"/>
                    <a:pt x="0" y="13402"/>
                  </a:cubicBezTo>
                  <a:cubicBezTo>
                    <a:pt x="0" y="16958"/>
                    <a:pt x="1413" y="20367"/>
                    <a:pt x="3926" y="22880"/>
                  </a:cubicBezTo>
                  <a:cubicBezTo>
                    <a:pt x="6439" y="25393"/>
                    <a:pt x="9850" y="26806"/>
                    <a:pt x="13404" y="26806"/>
                  </a:cubicBezTo>
                  <a:cubicBezTo>
                    <a:pt x="16959" y="26806"/>
                    <a:pt x="20368" y="25393"/>
                    <a:pt x="22881" y="22880"/>
                  </a:cubicBezTo>
                  <a:cubicBezTo>
                    <a:pt x="25395" y="20367"/>
                    <a:pt x="26807" y="16958"/>
                    <a:pt x="26807" y="13402"/>
                  </a:cubicBezTo>
                  <a:cubicBezTo>
                    <a:pt x="26807" y="9848"/>
                    <a:pt x="25395" y="6440"/>
                    <a:pt x="22881" y="3925"/>
                  </a:cubicBezTo>
                  <a:cubicBezTo>
                    <a:pt x="20368" y="1412"/>
                    <a:pt x="16959" y="0"/>
                    <a:pt x="13404" y="0"/>
                  </a:cubicBezTo>
                  <a:close/>
                </a:path>
              </a:pathLst>
            </a:custGeom>
            <a:noFill/>
            <a:ln w="28575" cap="flat" cmpd="sng">
              <a:solidFill>
                <a:srgbClr val="98131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" name="Google Shape;174;p29">
            <a:extLst>
              <a:ext uri="{FF2B5EF4-FFF2-40B4-BE49-F238E27FC236}">
                <a16:creationId xmlns:a16="http://schemas.microsoft.com/office/drawing/2014/main" id="{2AD69987-3D44-DA69-9B7B-2FFFD3C1A7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5100" y="3588500"/>
            <a:ext cx="4963800" cy="10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Conclusion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772176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2"/>
          <p:cNvSpPr/>
          <p:nvPr/>
        </p:nvSpPr>
        <p:spPr>
          <a:xfrm rot="3600017">
            <a:off x="8218063" y="-241847"/>
            <a:ext cx="1330211" cy="1330211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3" name="Google Shape;383;p42"/>
          <p:cNvGrpSpPr/>
          <p:nvPr/>
        </p:nvGrpSpPr>
        <p:grpSpPr>
          <a:xfrm rot="3600274">
            <a:off x="7227956" y="-915647"/>
            <a:ext cx="1717333" cy="1717481"/>
            <a:chOff x="3776125" y="1393425"/>
            <a:chExt cx="1088975" cy="1089000"/>
          </a:xfrm>
        </p:grpSpPr>
        <p:sp>
          <p:nvSpPr>
            <p:cNvPr id="384" name="Google Shape;384;p42"/>
            <p:cNvSpPr/>
            <p:nvPr/>
          </p:nvSpPr>
          <p:spPr>
            <a:xfrm>
              <a:off x="3776125" y="1393425"/>
              <a:ext cx="1088975" cy="1089000"/>
            </a:xfrm>
            <a:custGeom>
              <a:avLst/>
              <a:gdLst/>
              <a:ahLst/>
              <a:cxnLst/>
              <a:rect l="l" t="t" r="r" b="b"/>
              <a:pathLst>
                <a:path w="43559" h="43560" extrusionOk="0">
                  <a:moveTo>
                    <a:pt x="21780" y="0"/>
                  </a:moveTo>
                  <a:cubicBezTo>
                    <a:pt x="16004" y="0"/>
                    <a:pt x="10464" y="2294"/>
                    <a:pt x="6380" y="6380"/>
                  </a:cubicBezTo>
                  <a:cubicBezTo>
                    <a:pt x="2295" y="10463"/>
                    <a:pt x="1" y="16004"/>
                    <a:pt x="1" y="21779"/>
                  </a:cubicBezTo>
                  <a:cubicBezTo>
                    <a:pt x="1" y="27556"/>
                    <a:pt x="2295" y="33095"/>
                    <a:pt x="6380" y="37181"/>
                  </a:cubicBezTo>
                  <a:cubicBezTo>
                    <a:pt x="10464" y="41264"/>
                    <a:pt x="16004" y="43560"/>
                    <a:pt x="21780" y="43560"/>
                  </a:cubicBezTo>
                  <a:cubicBezTo>
                    <a:pt x="27557" y="43560"/>
                    <a:pt x="33096" y="41264"/>
                    <a:pt x="37181" y="37181"/>
                  </a:cubicBezTo>
                  <a:cubicBezTo>
                    <a:pt x="41265" y="33095"/>
                    <a:pt x="43559" y="27556"/>
                    <a:pt x="43559" y="21779"/>
                  </a:cubicBezTo>
                  <a:cubicBezTo>
                    <a:pt x="43559" y="16004"/>
                    <a:pt x="41265" y="10463"/>
                    <a:pt x="37181" y="6380"/>
                  </a:cubicBezTo>
                  <a:cubicBezTo>
                    <a:pt x="33096" y="2294"/>
                    <a:pt x="27557" y="0"/>
                    <a:pt x="21780" y="0"/>
                  </a:cubicBezTo>
                  <a:close/>
                </a:path>
              </a:pathLst>
            </a:custGeom>
            <a:noFill/>
            <a:ln w="28575" cap="flat" cmpd="sng">
              <a:solidFill>
                <a:srgbClr val="98131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42"/>
            <p:cNvSpPr/>
            <p:nvPr/>
          </p:nvSpPr>
          <p:spPr>
            <a:xfrm>
              <a:off x="3985525" y="1602850"/>
              <a:ext cx="670200" cy="670150"/>
            </a:xfrm>
            <a:custGeom>
              <a:avLst/>
              <a:gdLst/>
              <a:ahLst/>
              <a:cxnLst/>
              <a:rect l="l" t="t" r="r" b="b"/>
              <a:pathLst>
                <a:path w="26808" h="26806" extrusionOk="0">
                  <a:moveTo>
                    <a:pt x="13404" y="0"/>
                  </a:moveTo>
                  <a:cubicBezTo>
                    <a:pt x="9850" y="0"/>
                    <a:pt x="6439" y="1412"/>
                    <a:pt x="3926" y="3925"/>
                  </a:cubicBezTo>
                  <a:cubicBezTo>
                    <a:pt x="1413" y="6440"/>
                    <a:pt x="0" y="9848"/>
                    <a:pt x="0" y="13402"/>
                  </a:cubicBezTo>
                  <a:cubicBezTo>
                    <a:pt x="0" y="16958"/>
                    <a:pt x="1413" y="20367"/>
                    <a:pt x="3926" y="22880"/>
                  </a:cubicBezTo>
                  <a:cubicBezTo>
                    <a:pt x="6439" y="25393"/>
                    <a:pt x="9850" y="26806"/>
                    <a:pt x="13404" y="26806"/>
                  </a:cubicBezTo>
                  <a:cubicBezTo>
                    <a:pt x="16959" y="26806"/>
                    <a:pt x="20368" y="25393"/>
                    <a:pt x="22881" y="22880"/>
                  </a:cubicBezTo>
                  <a:cubicBezTo>
                    <a:pt x="25395" y="20367"/>
                    <a:pt x="26807" y="16958"/>
                    <a:pt x="26807" y="13402"/>
                  </a:cubicBezTo>
                  <a:cubicBezTo>
                    <a:pt x="26807" y="9848"/>
                    <a:pt x="25395" y="6440"/>
                    <a:pt x="22881" y="3925"/>
                  </a:cubicBezTo>
                  <a:cubicBezTo>
                    <a:pt x="20368" y="1412"/>
                    <a:pt x="16959" y="0"/>
                    <a:pt x="13404" y="0"/>
                  </a:cubicBezTo>
                  <a:close/>
                </a:path>
              </a:pathLst>
            </a:custGeom>
            <a:noFill/>
            <a:ln w="28575" cap="flat" cmpd="sng">
              <a:solidFill>
                <a:srgbClr val="98131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C8279ED3-0C0E-491E-57AC-7FA0FADC0A33}"/>
              </a:ext>
            </a:extLst>
          </p:cNvPr>
          <p:cNvSpPr txBox="1"/>
          <p:nvPr/>
        </p:nvSpPr>
        <p:spPr>
          <a:xfrm>
            <a:off x="905522" y="772358"/>
            <a:ext cx="728856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/>
            <a:r>
              <a:rPr lang="en-US" sz="2000" dirty="0">
                <a:latin typeface="Sitka Subheading" pitchFamily="2" charset="0"/>
              </a:rPr>
              <a:t>Human Resources is the backbone of any organization, ensuring the well-being and growth of its employees. By fostering a supportive and inclusive workplace, HR drives employee engagement and productivity. Continuous development and fair evaluation processes are crucial for sustaining a motivated workforce. Ultimately, effective HR practices lead to organizational success and a positive company culture.</a:t>
            </a:r>
            <a:endParaRPr lang="en-US" sz="2000" dirty="0"/>
          </a:p>
        </p:txBody>
      </p:sp>
      <p:sp>
        <p:nvSpPr>
          <p:cNvPr id="17" name="Google Shape;382;p42">
            <a:extLst>
              <a:ext uri="{FF2B5EF4-FFF2-40B4-BE49-F238E27FC236}">
                <a16:creationId xmlns:a16="http://schemas.microsoft.com/office/drawing/2014/main" id="{239FB9C8-06FD-4A6B-E78A-D58CFCE52C8C}"/>
              </a:ext>
            </a:extLst>
          </p:cNvPr>
          <p:cNvSpPr/>
          <p:nvPr/>
        </p:nvSpPr>
        <p:spPr>
          <a:xfrm rot="3600017">
            <a:off x="-14220" y="3497132"/>
            <a:ext cx="1330211" cy="1330211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" name="Google Shape;383;p42">
            <a:extLst>
              <a:ext uri="{FF2B5EF4-FFF2-40B4-BE49-F238E27FC236}">
                <a16:creationId xmlns:a16="http://schemas.microsoft.com/office/drawing/2014/main" id="{B510D329-4923-96C0-8B26-00FE0F46D5B9}"/>
              </a:ext>
            </a:extLst>
          </p:cNvPr>
          <p:cNvGrpSpPr/>
          <p:nvPr/>
        </p:nvGrpSpPr>
        <p:grpSpPr>
          <a:xfrm rot="3600274">
            <a:off x="-1004327" y="2823332"/>
            <a:ext cx="1717333" cy="1717481"/>
            <a:chOff x="3776125" y="1393425"/>
            <a:chExt cx="1088975" cy="1089000"/>
          </a:xfrm>
        </p:grpSpPr>
        <p:sp>
          <p:nvSpPr>
            <p:cNvPr id="19" name="Google Shape;384;p42">
              <a:extLst>
                <a:ext uri="{FF2B5EF4-FFF2-40B4-BE49-F238E27FC236}">
                  <a16:creationId xmlns:a16="http://schemas.microsoft.com/office/drawing/2014/main" id="{CAF05EAD-F2D8-EC43-DBE3-66F4CF442271}"/>
                </a:ext>
              </a:extLst>
            </p:cNvPr>
            <p:cNvSpPr/>
            <p:nvPr/>
          </p:nvSpPr>
          <p:spPr>
            <a:xfrm>
              <a:off x="3776125" y="1393425"/>
              <a:ext cx="1088975" cy="1089000"/>
            </a:xfrm>
            <a:custGeom>
              <a:avLst/>
              <a:gdLst/>
              <a:ahLst/>
              <a:cxnLst/>
              <a:rect l="l" t="t" r="r" b="b"/>
              <a:pathLst>
                <a:path w="43559" h="43560" extrusionOk="0">
                  <a:moveTo>
                    <a:pt x="21780" y="0"/>
                  </a:moveTo>
                  <a:cubicBezTo>
                    <a:pt x="16004" y="0"/>
                    <a:pt x="10464" y="2294"/>
                    <a:pt x="6380" y="6380"/>
                  </a:cubicBezTo>
                  <a:cubicBezTo>
                    <a:pt x="2295" y="10463"/>
                    <a:pt x="1" y="16004"/>
                    <a:pt x="1" y="21779"/>
                  </a:cubicBezTo>
                  <a:cubicBezTo>
                    <a:pt x="1" y="27556"/>
                    <a:pt x="2295" y="33095"/>
                    <a:pt x="6380" y="37181"/>
                  </a:cubicBezTo>
                  <a:cubicBezTo>
                    <a:pt x="10464" y="41264"/>
                    <a:pt x="16004" y="43560"/>
                    <a:pt x="21780" y="43560"/>
                  </a:cubicBezTo>
                  <a:cubicBezTo>
                    <a:pt x="27557" y="43560"/>
                    <a:pt x="33096" y="41264"/>
                    <a:pt x="37181" y="37181"/>
                  </a:cubicBezTo>
                  <a:cubicBezTo>
                    <a:pt x="41265" y="33095"/>
                    <a:pt x="43559" y="27556"/>
                    <a:pt x="43559" y="21779"/>
                  </a:cubicBezTo>
                  <a:cubicBezTo>
                    <a:pt x="43559" y="16004"/>
                    <a:pt x="41265" y="10463"/>
                    <a:pt x="37181" y="6380"/>
                  </a:cubicBezTo>
                  <a:cubicBezTo>
                    <a:pt x="33096" y="2294"/>
                    <a:pt x="27557" y="0"/>
                    <a:pt x="21780" y="0"/>
                  </a:cubicBezTo>
                  <a:close/>
                </a:path>
              </a:pathLst>
            </a:custGeom>
            <a:noFill/>
            <a:ln w="28575" cap="flat" cmpd="sng">
              <a:solidFill>
                <a:srgbClr val="98131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385;p42">
              <a:extLst>
                <a:ext uri="{FF2B5EF4-FFF2-40B4-BE49-F238E27FC236}">
                  <a16:creationId xmlns:a16="http://schemas.microsoft.com/office/drawing/2014/main" id="{02CBCF26-1DDD-60E0-2A30-BF6CE454AC91}"/>
                </a:ext>
              </a:extLst>
            </p:cNvPr>
            <p:cNvSpPr/>
            <p:nvPr/>
          </p:nvSpPr>
          <p:spPr>
            <a:xfrm>
              <a:off x="3985525" y="1602850"/>
              <a:ext cx="670200" cy="670150"/>
            </a:xfrm>
            <a:custGeom>
              <a:avLst/>
              <a:gdLst/>
              <a:ahLst/>
              <a:cxnLst/>
              <a:rect l="l" t="t" r="r" b="b"/>
              <a:pathLst>
                <a:path w="26808" h="26806" extrusionOk="0">
                  <a:moveTo>
                    <a:pt x="13404" y="0"/>
                  </a:moveTo>
                  <a:cubicBezTo>
                    <a:pt x="9850" y="0"/>
                    <a:pt x="6439" y="1412"/>
                    <a:pt x="3926" y="3925"/>
                  </a:cubicBezTo>
                  <a:cubicBezTo>
                    <a:pt x="1413" y="6440"/>
                    <a:pt x="0" y="9848"/>
                    <a:pt x="0" y="13402"/>
                  </a:cubicBezTo>
                  <a:cubicBezTo>
                    <a:pt x="0" y="16958"/>
                    <a:pt x="1413" y="20367"/>
                    <a:pt x="3926" y="22880"/>
                  </a:cubicBezTo>
                  <a:cubicBezTo>
                    <a:pt x="6439" y="25393"/>
                    <a:pt x="9850" y="26806"/>
                    <a:pt x="13404" y="26806"/>
                  </a:cubicBezTo>
                  <a:cubicBezTo>
                    <a:pt x="16959" y="26806"/>
                    <a:pt x="20368" y="25393"/>
                    <a:pt x="22881" y="22880"/>
                  </a:cubicBezTo>
                  <a:cubicBezTo>
                    <a:pt x="25395" y="20367"/>
                    <a:pt x="26807" y="16958"/>
                    <a:pt x="26807" y="13402"/>
                  </a:cubicBezTo>
                  <a:cubicBezTo>
                    <a:pt x="26807" y="9848"/>
                    <a:pt x="25395" y="6440"/>
                    <a:pt x="22881" y="3925"/>
                  </a:cubicBezTo>
                  <a:cubicBezTo>
                    <a:pt x="20368" y="1412"/>
                    <a:pt x="16959" y="0"/>
                    <a:pt x="13404" y="0"/>
                  </a:cubicBezTo>
                  <a:close/>
                </a:path>
              </a:pathLst>
            </a:custGeom>
            <a:noFill/>
            <a:ln w="28575" cap="flat" cmpd="sng">
              <a:solidFill>
                <a:srgbClr val="98131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rgbClr val="F8A79A"/>
          </a:fgClr>
          <a:bgClr>
            <a:srgbClr val="F8A79A"/>
          </a:bgClr>
        </a:patt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9"/>
          <p:cNvSpPr/>
          <p:nvPr/>
        </p:nvSpPr>
        <p:spPr>
          <a:xfrm rot="10800000">
            <a:off x="-228593" y="1178546"/>
            <a:ext cx="1330200" cy="1330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9" name="Google Shape;179;p29"/>
          <p:cNvGrpSpPr/>
          <p:nvPr/>
        </p:nvGrpSpPr>
        <p:grpSpPr>
          <a:xfrm rot="-10799782">
            <a:off x="392125" y="535056"/>
            <a:ext cx="1717314" cy="1717571"/>
            <a:chOff x="3776125" y="1393425"/>
            <a:chExt cx="1088975" cy="1089000"/>
          </a:xfrm>
        </p:grpSpPr>
        <p:sp>
          <p:nvSpPr>
            <p:cNvPr id="180" name="Google Shape;180;p29"/>
            <p:cNvSpPr/>
            <p:nvPr/>
          </p:nvSpPr>
          <p:spPr>
            <a:xfrm>
              <a:off x="3776125" y="1393425"/>
              <a:ext cx="1088975" cy="1089000"/>
            </a:xfrm>
            <a:custGeom>
              <a:avLst/>
              <a:gdLst/>
              <a:ahLst/>
              <a:cxnLst/>
              <a:rect l="l" t="t" r="r" b="b"/>
              <a:pathLst>
                <a:path w="43559" h="43560" extrusionOk="0">
                  <a:moveTo>
                    <a:pt x="21780" y="0"/>
                  </a:moveTo>
                  <a:cubicBezTo>
                    <a:pt x="16004" y="0"/>
                    <a:pt x="10464" y="2294"/>
                    <a:pt x="6380" y="6380"/>
                  </a:cubicBezTo>
                  <a:cubicBezTo>
                    <a:pt x="2295" y="10463"/>
                    <a:pt x="1" y="16004"/>
                    <a:pt x="1" y="21779"/>
                  </a:cubicBezTo>
                  <a:cubicBezTo>
                    <a:pt x="1" y="27556"/>
                    <a:pt x="2295" y="33095"/>
                    <a:pt x="6380" y="37181"/>
                  </a:cubicBezTo>
                  <a:cubicBezTo>
                    <a:pt x="10464" y="41264"/>
                    <a:pt x="16004" y="43560"/>
                    <a:pt x="21780" y="43560"/>
                  </a:cubicBezTo>
                  <a:cubicBezTo>
                    <a:pt x="27557" y="43560"/>
                    <a:pt x="33096" y="41264"/>
                    <a:pt x="37181" y="37181"/>
                  </a:cubicBezTo>
                  <a:cubicBezTo>
                    <a:pt x="41265" y="33095"/>
                    <a:pt x="43559" y="27556"/>
                    <a:pt x="43559" y="21779"/>
                  </a:cubicBezTo>
                  <a:cubicBezTo>
                    <a:pt x="43559" y="16004"/>
                    <a:pt x="41265" y="10463"/>
                    <a:pt x="37181" y="6380"/>
                  </a:cubicBezTo>
                  <a:cubicBezTo>
                    <a:pt x="33096" y="2294"/>
                    <a:pt x="27557" y="0"/>
                    <a:pt x="21780" y="0"/>
                  </a:cubicBezTo>
                  <a:close/>
                </a:path>
              </a:pathLst>
            </a:custGeom>
            <a:noFill/>
            <a:ln w="28575" cap="flat" cmpd="sng">
              <a:solidFill>
                <a:srgbClr val="98131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29"/>
            <p:cNvSpPr/>
            <p:nvPr/>
          </p:nvSpPr>
          <p:spPr>
            <a:xfrm>
              <a:off x="3985525" y="1602850"/>
              <a:ext cx="670200" cy="670150"/>
            </a:xfrm>
            <a:custGeom>
              <a:avLst/>
              <a:gdLst/>
              <a:ahLst/>
              <a:cxnLst/>
              <a:rect l="l" t="t" r="r" b="b"/>
              <a:pathLst>
                <a:path w="26808" h="26806" extrusionOk="0">
                  <a:moveTo>
                    <a:pt x="13404" y="0"/>
                  </a:moveTo>
                  <a:cubicBezTo>
                    <a:pt x="9850" y="0"/>
                    <a:pt x="6439" y="1412"/>
                    <a:pt x="3926" y="3925"/>
                  </a:cubicBezTo>
                  <a:cubicBezTo>
                    <a:pt x="1413" y="6440"/>
                    <a:pt x="0" y="9848"/>
                    <a:pt x="0" y="13402"/>
                  </a:cubicBezTo>
                  <a:cubicBezTo>
                    <a:pt x="0" y="16958"/>
                    <a:pt x="1413" y="20367"/>
                    <a:pt x="3926" y="22880"/>
                  </a:cubicBezTo>
                  <a:cubicBezTo>
                    <a:pt x="6439" y="25393"/>
                    <a:pt x="9850" y="26806"/>
                    <a:pt x="13404" y="26806"/>
                  </a:cubicBezTo>
                  <a:cubicBezTo>
                    <a:pt x="16959" y="26806"/>
                    <a:pt x="20368" y="25393"/>
                    <a:pt x="22881" y="22880"/>
                  </a:cubicBezTo>
                  <a:cubicBezTo>
                    <a:pt x="25395" y="20367"/>
                    <a:pt x="26807" y="16958"/>
                    <a:pt x="26807" y="13402"/>
                  </a:cubicBezTo>
                  <a:cubicBezTo>
                    <a:pt x="26807" y="9848"/>
                    <a:pt x="25395" y="6440"/>
                    <a:pt x="22881" y="3925"/>
                  </a:cubicBezTo>
                  <a:cubicBezTo>
                    <a:pt x="20368" y="1412"/>
                    <a:pt x="16959" y="0"/>
                    <a:pt x="13404" y="0"/>
                  </a:cubicBezTo>
                  <a:close/>
                </a:path>
              </a:pathLst>
            </a:custGeom>
            <a:noFill/>
            <a:ln w="28575" cap="flat" cmpd="sng">
              <a:solidFill>
                <a:srgbClr val="98131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" name="Google Shape;437;p45">
            <a:extLst>
              <a:ext uri="{FF2B5EF4-FFF2-40B4-BE49-F238E27FC236}">
                <a16:creationId xmlns:a16="http://schemas.microsoft.com/office/drawing/2014/main" id="{88246228-DDF7-666F-1B2B-EB84AA9559A3}"/>
              </a:ext>
            </a:extLst>
          </p:cNvPr>
          <p:cNvSpPr txBox="1">
            <a:spLocks/>
          </p:cNvSpPr>
          <p:nvPr/>
        </p:nvSpPr>
        <p:spPr>
          <a:xfrm>
            <a:off x="5170242" y="3601075"/>
            <a:ext cx="3258600" cy="10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Epilogue SemiBold"/>
              <a:buNone/>
              <a:defRPr sz="5500" b="0" i="0" u="none" strike="noStrike" cap="none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Epilogue SemiBold"/>
              <a:buNone/>
              <a:defRPr sz="3600" b="0" i="0" u="none" strike="noStrike" cap="none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Epilogue SemiBold"/>
              <a:buNone/>
              <a:defRPr sz="3600" b="0" i="0" u="none" strike="noStrike" cap="none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Epilogue SemiBold"/>
              <a:buNone/>
              <a:defRPr sz="3600" b="0" i="0" u="none" strike="noStrike" cap="none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Epilogue SemiBold"/>
              <a:buNone/>
              <a:defRPr sz="3600" b="0" i="0" u="none" strike="noStrike" cap="none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Epilogue SemiBold"/>
              <a:buNone/>
              <a:defRPr sz="3600" b="0" i="0" u="none" strike="noStrike" cap="none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Epilogue SemiBold"/>
              <a:buNone/>
              <a:defRPr sz="3600" b="0" i="0" u="none" strike="noStrike" cap="none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Epilogue SemiBold"/>
              <a:buNone/>
              <a:defRPr sz="3600" b="0" i="0" u="none" strike="noStrike" cap="none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Epilogue SemiBold"/>
              <a:buNone/>
              <a:defRPr sz="3600" b="0" i="0" u="none" strike="noStrike" cap="none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9pPr>
          </a:lstStyle>
          <a:p>
            <a:pPr algn="r"/>
            <a:r>
              <a:rPr lang="en-US"/>
              <a:t>Thanks!</a:t>
            </a:r>
          </a:p>
        </p:txBody>
      </p:sp>
    </p:spTree>
    <p:extLst>
      <p:ext uri="{BB962C8B-B14F-4D97-AF65-F5344CB8AC3E}">
        <p14:creationId xmlns:p14="http://schemas.microsoft.com/office/powerpoint/2010/main" val="23673396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Arterial Blood Gasometry (ABG) Breakthrough by Slidesgo">
  <a:themeElements>
    <a:clrScheme name="Simple Light">
      <a:dk1>
        <a:srgbClr val="000000"/>
      </a:dk1>
      <a:lt1>
        <a:srgbClr val="FFB4B0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338</Words>
  <Application>Microsoft Office PowerPoint</Application>
  <PresentationFormat>On-screen Show (16:9)</PresentationFormat>
  <Paragraphs>43</Paragraphs>
  <Slides>16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Gill Sans MT Condensed</vt:lpstr>
      <vt:lpstr>Epilogue SemiBold</vt:lpstr>
      <vt:lpstr>Sitka Subheading</vt:lpstr>
      <vt:lpstr>Arial</vt:lpstr>
      <vt:lpstr>Epilogue</vt:lpstr>
      <vt:lpstr>Geologica</vt:lpstr>
      <vt:lpstr>Arterial Blood Gasometry (ABG) Breakthrough by Slidesgo</vt:lpstr>
      <vt:lpstr>Human Resources Analytics</vt:lpstr>
      <vt:lpstr>01</vt:lpstr>
      <vt:lpstr>Introduction</vt:lpstr>
      <vt:lpstr>PowerPoint Presentation</vt:lpstr>
      <vt:lpstr>02</vt:lpstr>
      <vt:lpstr>PowerPoint Presentation</vt:lpstr>
      <vt:lpstr>03</vt:lpstr>
      <vt:lpstr>PowerPoint Presentation</vt:lpstr>
      <vt:lpstr>04</vt:lpstr>
      <vt:lpstr>PowerPoint Presentation</vt:lpstr>
      <vt:lpstr>PowerPoint Presentation</vt:lpstr>
      <vt:lpstr>PowerPoint Presentation</vt:lpstr>
      <vt:lpstr>PowerPoint Presentation</vt:lpstr>
      <vt:lpstr>05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moe</dc:creator>
  <cp:lastModifiedBy>Fatima Ali</cp:lastModifiedBy>
  <cp:revision>25</cp:revision>
  <dcterms:modified xsi:type="dcterms:W3CDTF">2024-07-01T09:42:21Z</dcterms:modified>
</cp:coreProperties>
</file>